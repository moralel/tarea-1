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987B67-B761-4097-A009-718AE52BB07D}" v="18" dt="2024-06-28T21:29:12.3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DAD28-AD19-43F9-B960-5CF2FF2B54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F9304A-3FEC-36A9-C76C-BEE71C3313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22983-C7BF-DCEC-1B6E-CC103B32A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F5B51-B377-4061-87B5-0A0E5F379B4C}" type="datetimeFigureOut">
              <a:rPr lang="en-US" smtClean="0"/>
              <a:t>7/5/2024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36A28-2C4F-47E0-DF0B-D357ECECE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8E3CB-CED8-B71A-9C44-40AD8451F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0F8D3-2773-4A5F-969D-A6223749A1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559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2C0A2-755A-035F-94E5-E8251D30B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AA198-1DC5-DECE-C80E-7CEC39954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06BDE-A8E3-0712-1A0E-3107E9DD2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F5B51-B377-4061-87B5-0A0E5F379B4C}" type="datetimeFigureOut">
              <a:rPr lang="en-US" smtClean="0"/>
              <a:t>7/5/2024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E676E-E6E7-AA0B-B1C5-617D3365C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8316F-DF8E-E020-9DBF-5AD5AE82D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0F8D3-2773-4A5F-969D-A6223749A1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810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57E32-D4FD-AE01-CD11-6CBCDBC4A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6B5309-855C-B236-4AA0-B58F113DDD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3624A-CC30-BF56-9075-53B05BBE9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F5B51-B377-4061-87B5-0A0E5F379B4C}" type="datetimeFigureOut">
              <a:rPr lang="en-US" smtClean="0"/>
              <a:t>7/5/2024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F7260-FA88-A5EA-6B19-67B6A7D27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5A025-3926-5B6B-B22B-45CEB4783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0F8D3-2773-4A5F-969D-A6223749A1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18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9A556-7041-F522-59AE-E2BD5565C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9F466-7DF6-C2AA-3C82-D2196B1128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3ECB0D-5EDC-94EE-3B49-0964023713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5A54FF-0520-6273-4C75-4D0C856B9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F5B51-B377-4061-87B5-0A0E5F379B4C}" type="datetimeFigureOut">
              <a:rPr lang="en-US" smtClean="0"/>
              <a:t>7/5/2024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133807-CC06-BBB4-F4D0-29240DF10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C9A282-A2F9-FCC8-E5FB-96049A604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0F8D3-2773-4A5F-969D-A6223749A1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620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31B07-2534-6B0C-2931-69527E05F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136A8E-CE21-C074-9A0D-82DDEADA5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2C510B-8CA1-8D85-5EEC-BC4A3D50E6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CD9FE5-EF41-972F-C884-3F8257068B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C7B118-A0DB-699F-FC47-C6AEB384B9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1596E2-F053-3899-5309-5DD5DA770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F5B51-B377-4061-87B5-0A0E5F379B4C}" type="datetimeFigureOut">
              <a:rPr lang="en-US" smtClean="0"/>
              <a:t>7/5/2024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344882-470D-3570-ACB3-3C422DCAD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0D26A8-6048-18D0-59D7-E172DF867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0F8D3-2773-4A5F-969D-A6223749A1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071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071DC-7510-8A3A-7A58-2D5208C6F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231299-B789-688A-3063-2B39EE79F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F5B51-B377-4061-87B5-0A0E5F379B4C}" type="datetimeFigureOut">
              <a:rPr lang="en-US" smtClean="0"/>
              <a:t>7/5/2024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4E4E40-07E9-6A1B-FCE4-4E4F70C15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985152-7125-11AA-9814-653699554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0F8D3-2773-4A5F-969D-A6223749A1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414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98D1B2-30B1-8335-433C-5D454E861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F5B51-B377-4061-87B5-0A0E5F379B4C}" type="datetimeFigureOut">
              <a:rPr lang="en-US" smtClean="0"/>
              <a:t>7/5/2024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5E5975-A57E-6F00-B587-F8DE9E78C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9923D7-0B7F-F3AC-12B3-6D36EFF03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0F8D3-2773-4A5F-969D-A6223749A1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666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B94CE-8470-376B-7E45-795C4EE58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6A68F-AF41-8FAB-1F39-AF8D327A7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13D2CA-2E5A-A8D9-C197-D0F291E90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1023DA-3EDF-E470-0597-F8BB8B829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F5B51-B377-4061-87B5-0A0E5F379B4C}" type="datetimeFigureOut">
              <a:rPr lang="en-US" smtClean="0"/>
              <a:t>7/5/2024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5B1496-D20F-9BAB-CD4F-B3630FE15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B0E321-E9DD-3AEB-C2BC-FBFAA36A7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0F8D3-2773-4A5F-969D-A6223749A1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491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4D141-75A7-CB1F-B573-13CAA3D4B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04AAF8-208D-1918-29F8-77C8276E8D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93B5F0-1DE6-D9BF-88B6-B0341C5F87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72351D-94BE-FBDE-F87A-159219B8E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F5B51-B377-4061-87B5-0A0E5F379B4C}" type="datetimeFigureOut">
              <a:rPr lang="en-US" smtClean="0"/>
              <a:t>7/5/2024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E04026-ED4C-0576-ACA3-BEA403B15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7DA0AB-6EA8-0BC4-065F-DE20255D6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0F8D3-2773-4A5F-969D-A6223749A1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8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8BE24-91DA-D9E9-DF81-24C6157E9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AFCE72-FFC0-B7A6-5CB2-68E6746766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3C668-D1C2-6F77-4FD9-9F1758BB4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F5B51-B377-4061-87B5-0A0E5F379B4C}" type="datetimeFigureOut">
              <a:rPr lang="en-US" smtClean="0"/>
              <a:t>7/5/2024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5692F-6139-3D15-44D0-02F8A3747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601C2-48B2-AB08-2945-CEB7E4A19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0F8D3-2773-4A5F-969D-A6223749A1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76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21A892-D1F1-69C9-D3BC-B8E41CCF38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13AE03-C5E9-0A24-B751-398219C90E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3D8BE4-8E4B-5985-15C8-8386B5C5C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F5B51-B377-4061-87B5-0A0E5F379B4C}" type="datetimeFigureOut">
              <a:rPr lang="en-US" smtClean="0"/>
              <a:t>7/5/2024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6BB934-8581-CB86-C8DE-7879B9F0B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A1715-5DBB-9867-9FF4-52380B46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0F8D3-2773-4A5F-969D-A6223749A1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223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3997B9-2DB6-0CD8-DB09-B8747B095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BF3409-9384-A6F3-A7A4-029B1187F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31BF1-0B25-92E2-AF11-ECB626FC30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EF5B51-B377-4061-87B5-0A0E5F379B4C}" type="datetimeFigureOut">
              <a:rPr lang="en-US" smtClean="0"/>
              <a:t>7/5/2024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E17DE-D516-4713-0A39-884454B388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013B4-0E47-4D12-F0C6-4C2F84E9B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F0F8D3-2773-4A5F-969D-A6223749A1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549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3DFE21-89F6-AB2C-2766-5662AAEF60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965580"/>
            <a:ext cx="5204489" cy="1980539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chemeClr val="bg1"/>
                </a:solidFill>
              </a:rPr>
              <a:t>Área de Ciencia de la Computación</a:t>
            </a:r>
            <a:endParaRPr lang="en-US" sz="88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6D9A1F-735C-C98F-6DDF-48C7DDACC8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20817" y="4409960"/>
            <a:ext cx="4508641" cy="1116414"/>
          </a:xfrm>
        </p:spPr>
        <p:txBody>
          <a:bodyPr>
            <a:normAutofit lnSpcReduction="10000"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Integrantes</a:t>
            </a:r>
          </a:p>
          <a:p>
            <a:r>
              <a:rPr lang="en-US" sz="2000" dirty="0">
                <a:solidFill>
                  <a:schemeClr val="bg1"/>
                </a:solidFill>
              </a:rPr>
              <a:t>Edwin Isaac Zeledon</a:t>
            </a:r>
          </a:p>
          <a:p>
            <a:r>
              <a:rPr lang="en-US" sz="2000" dirty="0">
                <a:solidFill>
                  <a:schemeClr val="bg1"/>
                </a:solidFill>
              </a:rPr>
              <a:t>Maberick Morales Vindas</a:t>
            </a: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16285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250C39F-3F6C-4D53-86D2-7BC6B2FF6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finger touching a screen&#10;&#10;Description automatically generated">
            <a:extLst>
              <a:ext uri="{FF2B5EF4-FFF2-40B4-BE49-F238E27FC236}">
                <a16:creationId xmlns:a16="http://schemas.microsoft.com/office/drawing/2014/main" id="{6944DEC8-6EF5-E75E-B373-69B7D5BE552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70A48D59-8581-41F7-B529-F4617FE0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46000">
                <a:schemeClr val="tx1">
                  <a:lumMod val="95000"/>
                  <a:lumOff val="5000"/>
                </a:schemeClr>
              </a:gs>
              <a:gs pos="90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958766-E235-2E25-FA9E-4855E0086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910431"/>
            <a:ext cx="4724400" cy="1466455"/>
          </a:xfrm>
        </p:spPr>
        <p:txBody>
          <a:bodyPr anchor="b"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Definicion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47434-EF8F-3CAA-28D2-A9AC4EDDC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2492080"/>
            <a:ext cx="4724400" cy="3015849"/>
          </a:xfrm>
        </p:spPr>
        <p:txBody>
          <a:bodyPr>
            <a:normAutofit/>
          </a:bodyPr>
          <a:lstStyle/>
          <a:p>
            <a:r>
              <a:rPr lang="es-E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Ciencia de la Computación se define como el estudio de los principios y el uso de las computadoras. Esta disciplina abarca desde la teoría algorítmica hasta el desarrollo de software, hardware y sistemas computacionales.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185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BE31A1-896C-7A21-75A2-9DF1DE660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Historia y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Evolución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34305-2F57-189B-2E43-1B03CAAB2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>
            <a:normAutofit/>
          </a:bodyPr>
          <a:lstStyle/>
          <a:p>
            <a:r>
              <a:rPr lang="es-E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Orígenes: La Ciencia de la Computación tiene sus raíces en las matemáticas y la ingeniería eléctrica.</a:t>
            </a:r>
          </a:p>
          <a:p>
            <a:r>
              <a:rPr lang="es-E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Desarrollo Histórico: Ha evolucionado significativamente desde la invención de las primeras computadoras en la década de 1940. Ejemplos de hitos importantes incluyen el desarrollo del primer algoritmo por Ada Lovelace y la creación del primer computador electrónico ENIAC.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843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7D4EE2-A7EB-2F17-7362-5403C6688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641752"/>
            <a:ext cx="3527425" cy="4366936"/>
          </a:xfrm>
        </p:spPr>
        <p:txBody>
          <a:bodyPr anchor="t">
            <a:normAutofit/>
          </a:bodyPr>
          <a:lstStyle/>
          <a:p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Principales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Campos de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Estudio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134F71D-52DD-E6B0-8DE7-65C0229513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22081" y="1641752"/>
            <a:ext cx="5260975" cy="3960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1" i="0" u="none" strike="noStrike" cap="none" normalizeH="0" baseline="0" dirty="0" err="1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Inteligencia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Artificial: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Estudio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sistemas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que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imitan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la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inteligencia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humana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1" i="0" u="none" strike="noStrike" cap="none" normalizeH="0" baseline="0" dirty="0" err="1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Ciberseguridad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Protección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sistemas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informáticos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y redes contra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amenazas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digitales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1" i="0" u="none" strike="noStrike" cap="none" normalizeH="0" baseline="0" dirty="0" err="1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Teoría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de la </a:t>
            </a:r>
            <a:r>
              <a:rPr kumimoji="0" lang="en-US" altLang="en-US" sz="1900" b="1" i="0" u="none" strike="noStrike" cap="none" normalizeH="0" baseline="0" dirty="0" err="1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Computación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Fundamentos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matemáticos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de la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computación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1" i="0" u="none" strike="noStrike" cap="none" normalizeH="0" baseline="0" dirty="0" err="1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Sistemas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900" b="1" i="0" u="none" strike="noStrike" cap="none" normalizeH="0" baseline="0" dirty="0" err="1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Operativos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Software que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gestiona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el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hardware y software de un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computador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1" i="0" u="none" strike="noStrike" cap="none" normalizeH="0" baseline="0" dirty="0" err="1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Arquitectura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900" b="1" i="0" u="none" strike="noStrike" cap="none" normalizeH="0" baseline="0" dirty="0" err="1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Computadoras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Diseño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organización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los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componentes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una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computadora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728F330-19FB-4D39-BD0F-53032ABF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220D63-6F38-42F9-8AAD-3B1363A4F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7B054CB-4DA3-4EDD-B196-A5DDD1E4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52366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C8CE33-0276-FFB3-E1E4-6FC999AF5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641752"/>
            <a:ext cx="3527425" cy="4366936"/>
          </a:xfrm>
        </p:spPr>
        <p:txBody>
          <a:bodyPr anchor="t">
            <a:normAutofit/>
          </a:bodyPr>
          <a:lstStyle/>
          <a:p>
            <a:r>
              <a:rPr lang="en-US" sz="4000" dirty="0" err="1"/>
              <a:t>Áreas</a:t>
            </a:r>
            <a:r>
              <a:rPr lang="en-US" sz="4000" dirty="0"/>
              <a:t> de </a:t>
            </a:r>
            <a:r>
              <a:rPr lang="en-US" sz="4000" dirty="0" err="1"/>
              <a:t>Investigación</a:t>
            </a:r>
            <a:r>
              <a:rPr lang="en-US" sz="4000" dirty="0"/>
              <a:t> </a:t>
            </a:r>
            <a:r>
              <a:rPr lang="en-US" sz="4000" dirty="0" err="1"/>
              <a:t>Actuales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A8854-3EB4-1005-E93F-32ACF7C76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2081" y="1641752"/>
            <a:ext cx="5260975" cy="3960000"/>
          </a:xfrm>
        </p:spPr>
        <p:txBody>
          <a:bodyPr>
            <a:normAutofit lnSpcReduction="10000"/>
          </a:bodyPr>
          <a:lstStyle/>
          <a:p>
            <a:r>
              <a:rPr lang="es-ES" sz="19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inteligencia Artificial</a:t>
            </a:r>
            <a:r>
              <a:rPr lang="es-ES" sz="19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Investigaciones en aprendizaje profundo y redes neuronales.</a:t>
            </a:r>
          </a:p>
          <a:p>
            <a:pPr algn="ctr"/>
            <a:r>
              <a:rPr lang="es-ES" sz="19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Computación Cuántica: </a:t>
            </a:r>
            <a:r>
              <a:rPr lang="es-ES" sz="19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Exploración de las posibilidades de los computadores cuánticos para resolver problemas complejos</a:t>
            </a:r>
          </a:p>
          <a:p>
            <a:r>
              <a:rPr lang="es-ES" sz="19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Ciberseguridad</a:t>
            </a:r>
            <a:r>
              <a:rPr lang="es-ES" sz="19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Desarrollo de nuevas técnicas para proteger la información</a:t>
            </a:r>
          </a:p>
          <a:p>
            <a:r>
              <a:rPr lang="es-ES" sz="19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Desarrollo de Software</a:t>
            </a:r>
            <a:r>
              <a:rPr lang="es-ES" sz="19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Mejores prácticas y nuevas metodologías en la ingeniería de software</a:t>
            </a:r>
          </a:p>
          <a:p>
            <a:r>
              <a:rPr lang="es-ES" sz="19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Interacción Humano-Computadora</a:t>
            </a:r>
            <a:r>
              <a:rPr lang="es-ES" sz="19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Diseño de interfaces de usuario más intuitivas</a:t>
            </a:r>
            <a:endParaRPr lang="en-US" sz="1900" dirty="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728F330-19FB-4D39-BD0F-53032ABF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0220D63-6F38-42F9-8AAD-3B1363A4F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7B054CB-4DA3-4EDD-B196-A5DDD1E4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10181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56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F89475-0920-7B4B-F4DA-39EF70EBB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2913" y="1641752"/>
            <a:ext cx="2641600" cy="4366936"/>
          </a:xfrm>
        </p:spPr>
        <p:txBody>
          <a:bodyPr anchor="b">
            <a:normAutofit/>
          </a:bodyPr>
          <a:lstStyle/>
          <a:p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Algunas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Tendencias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Tecnológicas</a:t>
            </a:r>
            <a:endParaRPr lang="en-US" sz="3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7EE6D2-B8A8-4EA6-879E-705FC91778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56" y="1"/>
            <a:ext cx="835935" cy="6858000"/>
            <a:chOff x="-456" y="1"/>
            <a:chExt cx="835935" cy="6858000"/>
          </a:xfrm>
          <a:effectLst>
            <a:outerShdw blurRad="381000" dist="152400" algn="ctr" rotWithShape="0">
              <a:srgbClr val="000000">
                <a:alpha val="10000"/>
              </a:srgb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1DFD332-98CC-4272-A40D-2899648281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-3011260" y="3011261"/>
              <a:ext cx="6858000" cy="835479"/>
            </a:xfrm>
            <a:custGeom>
              <a:avLst/>
              <a:gdLst>
                <a:gd name="connsiteX0" fmla="*/ 6564619 w 6858000"/>
                <a:gd name="connsiteY0" fmla="*/ 468946 h 835479"/>
                <a:gd name="connsiteX1" fmla="*/ 6564620 w 6858000"/>
                <a:gd name="connsiteY1" fmla="*/ 468946 h 835479"/>
                <a:gd name="connsiteX2" fmla="*/ 6588625 w 6858000"/>
                <a:gd name="connsiteY2" fmla="*/ 491425 h 835479"/>
                <a:gd name="connsiteX3" fmla="*/ 6625224 w 6858000"/>
                <a:gd name="connsiteY3" fmla="*/ 508047 h 835479"/>
                <a:gd name="connsiteX4" fmla="*/ 6662539 w 6858000"/>
                <a:gd name="connsiteY4" fmla="*/ 500953 h 835479"/>
                <a:gd name="connsiteX5" fmla="*/ 6662540 w 6858000"/>
                <a:gd name="connsiteY5" fmla="*/ 500952 h 835479"/>
                <a:gd name="connsiteX6" fmla="*/ 6662543 w 6858000"/>
                <a:gd name="connsiteY6" fmla="*/ 500951 h 835479"/>
                <a:gd name="connsiteX7" fmla="*/ 6683026 w 6858000"/>
                <a:gd name="connsiteY7" fmla="*/ 489501 h 835479"/>
                <a:gd name="connsiteX8" fmla="*/ 6702975 w 6858000"/>
                <a:gd name="connsiteY8" fmla="*/ 486354 h 835479"/>
                <a:gd name="connsiteX9" fmla="*/ 6702976 w 6858000"/>
                <a:gd name="connsiteY9" fmla="*/ 486354 h 835479"/>
                <a:gd name="connsiteX10" fmla="*/ 6742552 w 6858000"/>
                <a:gd name="connsiteY10" fmla="*/ 500190 h 835479"/>
                <a:gd name="connsiteX11" fmla="*/ 6742554 w 6858000"/>
                <a:gd name="connsiteY11" fmla="*/ 500191 h 835479"/>
                <a:gd name="connsiteX12" fmla="*/ 6812061 w 6858000"/>
                <a:gd name="connsiteY12" fmla="*/ 519668 h 835479"/>
                <a:gd name="connsiteX13" fmla="*/ 6776799 w 6858000"/>
                <a:gd name="connsiteY13" fmla="*/ 514894 h 835479"/>
                <a:gd name="connsiteX14" fmla="*/ 6742554 w 6858000"/>
                <a:gd name="connsiteY14" fmla="*/ 500191 h 835479"/>
                <a:gd name="connsiteX15" fmla="*/ 6742551 w 6858000"/>
                <a:gd name="connsiteY15" fmla="*/ 500190 h 835479"/>
                <a:gd name="connsiteX16" fmla="*/ 6702975 w 6858000"/>
                <a:gd name="connsiteY16" fmla="*/ 486354 h 835479"/>
                <a:gd name="connsiteX17" fmla="*/ 6662543 w 6858000"/>
                <a:gd name="connsiteY17" fmla="*/ 500951 h 835479"/>
                <a:gd name="connsiteX18" fmla="*/ 6662541 w 6858000"/>
                <a:gd name="connsiteY18" fmla="*/ 500952 h 835479"/>
                <a:gd name="connsiteX19" fmla="*/ 6662539 w 6858000"/>
                <a:gd name="connsiteY19" fmla="*/ 500953 h 835479"/>
                <a:gd name="connsiteX20" fmla="*/ 6645551 w 6858000"/>
                <a:gd name="connsiteY20" fmla="*/ 508036 h 835479"/>
                <a:gd name="connsiteX21" fmla="*/ 6625224 w 6858000"/>
                <a:gd name="connsiteY21" fmla="*/ 508047 h 835479"/>
                <a:gd name="connsiteX22" fmla="*/ 6625223 w 6858000"/>
                <a:gd name="connsiteY22" fmla="*/ 508047 h 835479"/>
                <a:gd name="connsiteX23" fmla="*/ 6588624 w 6858000"/>
                <a:gd name="connsiteY23" fmla="*/ 491425 h 835479"/>
                <a:gd name="connsiteX24" fmla="*/ 6438980 w 6858000"/>
                <a:gd name="connsiteY24" fmla="*/ 549267 h 835479"/>
                <a:gd name="connsiteX25" fmla="*/ 6463839 w 6858000"/>
                <a:gd name="connsiteY25" fmla="*/ 529336 h 835479"/>
                <a:gd name="connsiteX26" fmla="*/ 6463848 w 6858000"/>
                <a:gd name="connsiteY26" fmla="*/ 529334 h 835479"/>
                <a:gd name="connsiteX27" fmla="*/ 6513011 w 6858000"/>
                <a:gd name="connsiteY27" fmla="*/ 515538 h 835479"/>
                <a:gd name="connsiteX28" fmla="*/ 6546193 w 6858000"/>
                <a:gd name="connsiteY28" fmla="*/ 496733 h 835479"/>
                <a:gd name="connsiteX29" fmla="*/ 6546194 w 6858000"/>
                <a:gd name="connsiteY29" fmla="*/ 496733 h 835479"/>
                <a:gd name="connsiteX30" fmla="*/ 6521803 w 6858000"/>
                <a:gd name="connsiteY30" fmla="*/ 513071 h 835479"/>
                <a:gd name="connsiteX31" fmla="*/ 6513011 w 6858000"/>
                <a:gd name="connsiteY31" fmla="*/ 515538 h 835479"/>
                <a:gd name="connsiteX32" fmla="*/ 6508051 w 6858000"/>
                <a:gd name="connsiteY32" fmla="*/ 518349 h 835479"/>
                <a:gd name="connsiteX33" fmla="*/ 6463848 w 6858000"/>
                <a:gd name="connsiteY33" fmla="*/ 529334 h 835479"/>
                <a:gd name="connsiteX34" fmla="*/ 6463840 w 6858000"/>
                <a:gd name="connsiteY34" fmla="*/ 529336 h 835479"/>
                <a:gd name="connsiteX35" fmla="*/ 6438980 w 6858000"/>
                <a:gd name="connsiteY35" fmla="*/ 549267 h 835479"/>
                <a:gd name="connsiteX36" fmla="*/ 6365203 w 6858000"/>
                <a:gd name="connsiteY36" fmla="*/ 635242 h 835479"/>
                <a:gd name="connsiteX37" fmla="*/ 6387909 w 6858000"/>
                <a:gd name="connsiteY37" fmla="*/ 633959 h 835479"/>
                <a:gd name="connsiteX38" fmla="*/ 6391548 w 6858000"/>
                <a:gd name="connsiteY38" fmla="*/ 632195 h 835479"/>
                <a:gd name="connsiteX39" fmla="*/ 6407331 w 6858000"/>
                <a:gd name="connsiteY39" fmla="*/ 624541 h 835479"/>
                <a:gd name="connsiteX40" fmla="*/ 6407332 w 6858000"/>
                <a:gd name="connsiteY40" fmla="*/ 624541 h 835479"/>
                <a:gd name="connsiteX41" fmla="*/ 6391548 w 6858000"/>
                <a:gd name="connsiteY41" fmla="*/ 632195 h 835479"/>
                <a:gd name="connsiteX42" fmla="*/ 6387909 w 6858000"/>
                <a:gd name="connsiteY42" fmla="*/ 633961 h 835479"/>
                <a:gd name="connsiteX43" fmla="*/ 4221390 w 6858000"/>
                <a:gd name="connsiteY43" fmla="*/ 396172 h 835479"/>
                <a:gd name="connsiteX44" fmla="*/ 4221391 w 6858000"/>
                <a:gd name="connsiteY44" fmla="*/ 396172 h 835479"/>
                <a:gd name="connsiteX45" fmla="*/ 4253014 w 6858000"/>
                <a:gd name="connsiteY45" fmla="*/ 401888 h 835479"/>
                <a:gd name="connsiteX46" fmla="*/ 4324645 w 6858000"/>
                <a:gd name="connsiteY46" fmla="*/ 441704 h 835479"/>
                <a:gd name="connsiteX47" fmla="*/ 4363890 w 6858000"/>
                <a:gd name="connsiteY47" fmla="*/ 450658 h 835479"/>
                <a:gd name="connsiteX48" fmla="*/ 4482003 w 6858000"/>
                <a:gd name="connsiteY48" fmla="*/ 449896 h 835479"/>
                <a:gd name="connsiteX49" fmla="*/ 4659173 w 6858000"/>
                <a:gd name="connsiteY49" fmla="*/ 389886 h 835479"/>
                <a:gd name="connsiteX50" fmla="*/ 4677654 w 6858000"/>
                <a:gd name="connsiteY50" fmla="*/ 381884 h 835479"/>
                <a:gd name="connsiteX51" fmla="*/ 4767763 w 6858000"/>
                <a:gd name="connsiteY51" fmla="*/ 371977 h 835479"/>
                <a:gd name="connsiteX52" fmla="*/ 4800482 w 6858000"/>
                <a:gd name="connsiteY52" fmla="*/ 370668 h 835479"/>
                <a:gd name="connsiteX53" fmla="*/ 4800483 w 6858000"/>
                <a:gd name="connsiteY53" fmla="*/ 370668 h 835479"/>
                <a:gd name="connsiteX54" fmla="*/ 4828916 w 6858000"/>
                <a:gd name="connsiteY54" fmla="*/ 385504 h 835479"/>
                <a:gd name="connsiteX55" fmla="*/ 4863342 w 6858000"/>
                <a:gd name="connsiteY55" fmla="*/ 407685 h 835479"/>
                <a:gd name="connsiteX56" fmla="*/ 4889274 w 6858000"/>
                <a:gd name="connsiteY56" fmla="*/ 415214 h 835479"/>
                <a:gd name="connsiteX57" fmla="*/ 4912167 w 6858000"/>
                <a:gd name="connsiteY57" fmla="*/ 413509 h 835479"/>
                <a:gd name="connsiteX58" fmla="*/ 4933803 w 6858000"/>
                <a:gd name="connsiteY58" fmla="*/ 412107 h 835479"/>
                <a:gd name="connsiteX59" fmla="*/ 4933804 w 6858000"/>
                <a:gd name="connsiteY59" fmla="*/ 412107 h 835479"/>
                <a:gd name="connsiteX60" fmla="*/ 4952672 w 6858000"/>
                <a:gd name="connsiteY60" fmla="*/ 416866 h 835479"/>
                <a:gd name="connsiteX61" fmla="*/ 4957452 w 6858000"/>
                <a:gd name="connsiteY61" fmla="*/ 419659 h 835479"/>
                <a:gd name="connsiteX62" fmla="*/ 4961455 w 6858000"/>
                <a:gd name="connsiteY62" fmla="*/ 420937 h 835479"/>
                <a:gd name="connsiteX63" fmla="*/ 4987037 w 6858000"/>
                <a:gd name="connsiteY63" fmla="*/ 436941 h 835479"/>
                <a:gd name="connsiteX64" fmla="*/ 5041521 w 6858000"/>
                <a:gd name="connsiteY64" fmla="*/ 463420 h 835479"/>
                <a:gd name="connsiteX65" fmla="*/ 5041527 w 6858000"/>
                <a:gd name="connsiteY65" fmla="*/ 463422 h 835479"/>
                <a:gd name="connsiteX66" fmla="*/ 5064789 w 6858000"/>
                <a:gd name="connsiteY66" fmla="*/ 468043 h 835479"/>
                <a:gd name="connsiteX67" fmla="*/ 5070584 w 6858000"/>
                <a:gd name="connsiteY67" fmla="*/ 470217 h 835479"/>
                <a:gd name="connsiteX68" fmla="*/ 5072375 w 6858000"/>
                <a:gd name="connsiteY68" fmla="*/ 470636 h 835479"/>
                <a:gd name="connsiteX69" fmla="*/ 5087443 w 6858000"/>
                <a:gd name="connsiteY69" fmla="*/ 476540 h 835479"/>
                <a:gd name="connsiteX70" fmla="*/ 5133219 w 6858000"/>
                <a:gd name="connsiteY70" fmla="*/ 489567 h 835479"/>
                <a:gd name="connsiteX71" fmla="*/ 5133224 w 6858000"/>
                <a:gd name="connsiteY71" fmla="*/ 489569 h 835479"/>
                <a:gd name="connsiteX72" fmla="*/ 5166112 w 6858000"/>
                <a:gd name="connsiteY72" fmla="*/ 482853 h 835479"/>
                <a:gd name="connsiteX73" fmla="*/ 5166113 w 6858000"/>
                <a:gd name="connsiteY73" fmla="*/ 482853 h 835479"/>
                <a:gd name="connsiteX74" fmla="*/ 5172090 w 6858000"/>
                <a:gd name="connsiteY74" fmla="*/ 483545 h 835479"/>
                <a:gd name="connsiteX75" fmla="*/ 5179067 w 6858000"/>
                <a:gd name="connsiteY75" fmla="*/ 486091 h 835479"/>
                <a:gd name="connsiteX76" fmla="*/ 5229432 w 6858000"/>
                <a:gd name="connsiteY76" fmla="*/ 485925 h 835479"/>
                <a:gd name="connsiteX77" fmla="*/ 5243613 w 6858000"/>
                <a:gd name="connsiteY77" fmla="*/ 478254 h 835479"/>
                <a:gd name="connsiteX78" fmla="*/ 5272795 w 6858000"/>
                <a:gd name="connsiteY78" fmla="*/ 462468 h 835479"/>
                <a:gd name="connsiteX79" fmla="*/ 5312287 w 6858000"/>
                <a:gd name="connsiteY79" fmla="*/ 438565 h 835479"/>
                <a:gd name="connsiteX80" fmla="*/ 5321350 w 6858000"/>
                <a:gd name="connsiteY80" fmla="*/ 437509 h 835479"/>
                <a:gd name="connsiteX81" fmla="*/ 5326162 w 6858000"/>
                <a:gd name="connsiteY81" fmla="*/ 435035 h 835479"/>
                <a:gd name="connsiteX82" fmla="*/ 5355013 w 6858000"/>
                <a:gd name="connsiteY82" fmla="*/ 433589 h 835479"/>
                <a:gd name="connsiteX83" fmla="*/ 5355014 w 6858000"/>
                <a:gd name="connsiteY83" fmla="*/ 433589 h 835479"/>
                <a:gd name="connsiteX84" fmla="*/ 5385384 w 6858000"/>
                <a:gd name="connsiteY84" fmla="*/ 438465 h 835479"/>
                <a:gd name="connsiteX85" fmla="*/ 5425582 w 6858000"/>
                <a:gd name="connsiteY85" fmla="*/ 446656 h 835479"/>
                <a:gd name="connsiteX86" fmla="*/ 5480637 w 6858000"/>
                <a:gd name="connsiteY86" fmla="*/ 458278 h 835479"/>
                <a:gd name="connsiteX87" fmla="*/ 5507667 w 6858000"/>
                <a:gd name="connsiteY87" fmla="*/ 462803 h 835479"/>
                <a:gd name="connsiteX88" fmla="*/ 5531691 w 6858000"/>
                <a:gd name="connsiteY88" fmla="*/ 452184 h 835479"/>
                <a:gd name="connsiteX89" fmla="*/ 5531692 w 6858000"/>
                <a:gd name="connsiteY89" fmla="*/ 452183 h 835479"/>
                <a:gd name="connsiteX90" fmla="*/ 5547577 w 6858000"/>
                <a:gd name="connsiteY90" fmla="*/ 442037 h 835479"/>
                <a:gd name="connsiteX91" fmla="*/ 5547578 w 6858000"/>
                <a:gd name="connsiteY91" fmla="*/ 442037 h 835479"/>
                <a:gd name="connsiteX92" fmla="*/ 5562746 w 6858000"/>
                <a:gd name="connsiteY92" fmla="*/ 451610 h 835479"/>
                <a:gd name="connsiteX93" fmla="*/ 5704483 w 6858000"/>
                <a:gd name="connsiteY93" fmla="*/ 522858 h 835479"/>
                <a:gd name="connsiteX94" fmla="*/ 5740488 w 6858000"/>
                <a:gd name="connsiteY94" fmla="*/ 528765 h 835479"/>
                <a:gd name="connsiteX95" fmla="*/ 5760873 w 6858000"/>
                <a:gd name="connsiteY95" fmla="*/ 537529 h 835479"/>
                <a:gd name="connsiteX96" fmla="*/ 5883751 w 6858000"/>
                <a:gd name="connsiteY96" fmla="*/ 625924 h 835479"/>
                <a:gd name="connsiteX97" fmla="*/ 5883755 w 6858000"/>
                <a:gd name="connsiteY97" fmla="*/ 625926 h 835479"/>
                <a:gd name="connsiteX98" fmla="*/ 5935945 w 6858000"/>
                <a:gd name="connsiteY98" fmla="*/ 643829 h 835479"/>
                <a:gd name="connsiteX99" fmla="*/ 5935949 w 6858000"/>
                <a:gd name="connsiteY99" fmla="*/ 643830 h 835479"/>
                <a:gd name="connsiteX100" fmla="*/ 5993289 w 6858000"/>
                <a:gd name="connsiteY100" fmla="*/ 640211 h 835479"/>
                <a:gd name="connsiteX101" fmla="*/ 5993290 w 6858000"/>
                <a:gd name="connsiteY101" fmla="*/ 640210 h 835479"/>
                <a:gd name="connsiteX102" fmla="*/ 6026439 w 6858000"/>
                <a:gd name="connsiteY102" fmla="*/ 633735 h 835479"/>
                <a:gd name="connsiteX103" fmla="*/ 6108737 w 6858000"/>
                <a:gd name="connsiteY103" fmla="*/ 577534 h 835479"/>
                <a:gd name="connsiteX104" fmla="*/ 6133313 w 6858000"/>
                <a:gd name="connsiteY104" fmla="*/ 563843 h 835479"/>
                <a:gd name="connsiteX105" fmla="*/ 6133314 w 6858000"/>
                <a:gd name="connsiteY105" fmla="*/ 563843 h 835479"/>
                <a:gd name="connsiteX106" fmla="*/ 6143189 w 6858000"/>
                <a:gd name="connsiteY106" fmla="*/ 567542 h 835479"/>
                <a:gd name="connsiteX107" fmla="*/ 6155599 w 6858000"/>
                <a:gd name="connsiteY107" fmla="*/ 579438 h 835479"/>
                <a:gd name="connsiteX108" fmla="*/ 6155602 w 6858000"/>
                <a:gd name="connsiteY108" fmla="*/ 579440 h 835479"/>
                <a:gd name="connsiteX109" fmla="*/ 6228756 w 6858000"/>
                <a:gd name="connsiteY109" fmla="*/ 618111 h 835479"/>
                <a:gd name="connsiteX110" fmla="*/ 6361539 w 6858000"/>
                <a:gd name="connsiteY110" fmla="*/ 635448 h 835479"/>
                <a:gd name="connsiteX111" fmla="*/ 6361538 w 6858000"/>
                <a:gd name="connsiteY111" fmla="*/ 635448 h 835479"/>
                <a:gd name="connsiteX112" fmla="*/ 6228755 w 6858000"/>
                <a:gd name="connsiteY112" fmla="*/ 618111 h 835479"/>
                <a:gd name="connsiteX113" fmla="*/ 6155601 w 6858000"/>
                <a:gd name="connsiteY113" fmla="*/ 579440 h 835479"/>
                <a:gd name="connsiteX114" fmla="*/ 6155599 w 6858000"/>
                <a:gd name="connsiteY114" fmla="*/ 579438 h 835479"/>
                <a:gd name="connsiteX115" fmla="*/ 6133314 w 6858000"/>
                <a:gd name="connsiteY115" fmla="*/ 563843 h 835479"/>
                <a:gd name="connsiteX116" fmla="*/ 6108738 w 6858000"/>
                <a:gd name="connsiteY116" fmla="*/ 577534 h 835479"/>
                <a:gd name="connsiteX117" fmla="*/ 6026440 w 6858000"/>
                <a:gd name="connsiteY117" fmla="*/ 633735 h 835479"/>
                <a:gd name="connsiteX118" fmla="*/ 5993291 w 6858000"/>
                <a:gd name="connsiteY118" fmla="*/ 640210 h 835479"/>
                <a:gd name="connsiteX119" fmla="*/ 5993289 w 6858000"/>
                <a:gd name="connsiteY119" fmla="*/ 640211 h 835479"/>
                <a:gd name="connsiteX120" fmla="*/ 5964476 w 6858000"/>
                <a:gd name="connsiteY120" fmla="*/ 643664 h 835479"/>
                <a:gd name="connsiteX121" fmla="*/ 5935949 w 6858000"/>
                <a:gd name="connsiteY121" fmla="*/ 643830 h 835479"/>
                <a:gd name="connsiteX122" fmla="*/ 5935948 w 6858000"/>
                <a:gd name="connsiteY122" fmla="*/ 643830 h 835479"/>
                <a:gd name="connsiteX123" fmla="*/ 5935945 w 6858000"/>
                <a:gd name="connsiteY123" fmla="*/ 643829 h 835479"/>
                <a:gd name="connsiteX124" fmla="*/ 5909350 w 6858000"/>
                <a:gd name="connsiteY124" fmla="*/ 636949 h 835479"/>
                <a:gd name="connsiteX125" fmla="*/ 5883755 w 6858000"/>
                <a:gd name="connsiteY125" fmla="*/ 625926 h 835479"/>
                <a:gd name="connsiteX126" fmla="*/ 5883750 w 6858000"/>
                <a:gd name="connsiteY126" fmla="*/ 625924 h 835479"/>
                <a:gd name="connsiteX127" fmla="*/ 5760872 w 6858000"/>
                <a:gd name="connsiteY127" fmla="*/ 537529 h 835479"/>
                <a:gd name="connsiteX128" fmla="*/ 5740487 w 6858000"/>
                <a:gd name="connsiteY128" fmla="*/ 528765 h 835479"/>
                <a:gd name="connsiteX129" fmla="*/ 5704482 w 6858000"/>
                <a:gd name="connsiteY129" fmla="*/ 522858 h 835479"/>
                <a:gd name="connsiteX130" fmla="*/ 5562745 w 6858000"/>
                <a:gd name="connsiteY130" fmla="*/ 451610 h 835479"/>
                <a:gd name="connsiteX131" fmla="*/ 5547577 w 6858000"/>
                <a:gd name="connsiteY131" fmla="*/ 442037 h 835479"/>
                <a:gd name="connsiteX132" fmla="*/ 5531693 w 6858000"/>
                <a:gd name="connsiteY132" fmla="*/ 452183 h 835479"/>
                <a:gd name="connsiteX133" fmla="*/ 5531691 w 6858000"/>
                <a:gd name="connsiteY133" fmla="*/ 452184 h 835479"/>
                <a:gd name="connsiteX134" fmla="*/ 5520421 w 6858000"/>
                <a:gd name="connsiteY134" fmla="*/ 460582 h 835479"/>
                <a:gd name="connsiteX135" fmla="*/ 5507667 w 6858000"/>
                <a:gd name="connsiteY135" fmla="*/ 462803 h 835479"/>
                <a:gd name="connsiteX136" fmla="*/ 5507666 w 6858000"/>
                <a:gd name="connsiteY136" fmla="*/ 462803 h 835479"/>
                <a:gd name="connsiteX137" fmla="*/ 5480636 w 6858000"/>
                <a:gd name="connsiteY137" fmla="*/ 458278 h 835479"/>
                <a:gd name="connsiteX138" fmla="*/ 5425581 w 6858000"/>
                <a:gd name="connsiteY138" fmla="*/ 446656 h 835479"/>
                <a:gd name="connsiteX139" fmla="*/ 5385383 w 6858000"/>
                <a:gd name="connsiteY139" fmla="*/ 438465 h 835479"/>
                <a:gd name="connsiteX140" fmla="*/ 5355013 w 6858000"/>
                <a:gd name="connsiteY140" fmla="*/ 433589 h 835479"/>
                <a:gd name="connsiteX141" fmla="*/ 5321350 w 6858000"/>
                <a:gd name="connsiteY141" fmla="*/ 437509 h 835479"/>
                <a:gd name="connsiteX142" fmla="*/ 5272796 w 6858000"/>
                <a:gd name="connsiteY142" fmla="*/ 462468 h 835479"/>
                <a:gd name="connsiteX143" fmla="*/ 5243613 w 6858000"/>
                <a:gd name="connsiteY143" fmla="*/ 478254 h 835479"/>
                <a:gd name="connsiteX144" fmla="*/ 5229433 w 6858000"/>
                <a:gd name="connsiteY144" fmla="*/ 485925 h 835479"/>
                <a:gd name="connsiteX145" fmla="*/ 5179067 w 6858000"/>
                <a:gd name="connsiteY145" fmla="*/ 486091 h 835479"/>
                <a:gd name="connsiteX146" fmla="*/ 5179066 w 6858000"/>
                <a:gd name="connsiteY146" fmla="*/ 486091 h 835479"/>
                <a:gd name="connsiteX147" fmla="*/ 5172089 w 6858000"/>
                <a:gd name="connsiteY147" fmla="*/ 483545 h 835479"/>
                <a:gd name="connsiteX148" fmla="*/ 5166113 w 6858000"/>
                <a:gd name="connsiteY148" fmla="*/ 482853 h 835479"/>
                <a:gd name="connsiteX149" fmla="*/ 5133224 w 6858000"/>
                <a:gd name="connsiteY149" fmla="*/ 489569 h 835479"/>
                <a:gd name="connsiteX150" fmla="*/ 5133223 w 6858000"/>
                <a:gd name="connsiteY150" fmla="*/ 489569 h 835479"/>
                <a:gd name="connsiteX151" fmla="*/ 5133219 w 6858000"/>
                <a:gd name="connsiteY151" fmla="*/ 489567 h 835479"/>
                <a:gd name="connsiteX152" fmla="*/ 5102460 w 6858000"/>
                <a:gd name="connsiteY152" fmla="*/ 482424 h 835479"/>
                <a:gd name="connsiteX153" fmla="*/ 5087443 w 6858000"/>
                <a:gd name="connsiteY153" fmla="*/ 476540 h 835479"/>
                <a:gd name="connsiteX154" fmla="*/ 5087422 w 6858000"/>
                <a:gd name="connsiteY154" fmla="*/ 476534 h 835479"/>
                <a:gd name="connsiteX155" fmla="*/ 5070584 w 6858000"/>
                <a:gd name="connsiteY155" fmla="*/ 470217 h 835479"/>
                <a:gd name="connsiteX156" fmla="*/ 5041527 w 6858000"/>
                <a:gd name="connsiteY156" fmla="*/ 463422 h 835479"/>
                <a:gd name="connsiteX157" fmla="*/ 5041520 w 6858000"/>
                <a:gd name="connsiteY157" fmla="*/ 463420 h 835479"/>
                <a:gd name="connsiteX158" fmla="*/ 4987036 w 6858000"/>
                <a:gd name="connsiteY158" fmla="*/ 436941 h 835479"/>
                <a:gd name="connsiteX159" fmla="*/ 4957452 w 6858000"/>
                <a:gd name="connsiteY159" fmla="*/ 419659 h 835479"/>
                <a:gd name="connsiteX160" fmla="*/ 4933804 w 6858000"/>
                <a:gd name="connsiteY160" fmla="*/ 412107 h 835479"/>
                <a:gd name="connsiteX161" fmla="*/ 4912168 w 6858000"/>
                <a:gd name="connsiteY161" fmla="*/ 413509 h 835479"/>
                <a:gd name="connsiteX162" fmla="*/ 4889275 w 6858000"/>
                <a:gd name="connsiteY162" fmla="*/ 415214 h 835479"/>
                <a:gd name="connsiteX163" fmla="*/ 4889274 w 6858000"/>
                <a:gd name="connsiteY163" fmla="*/ 415214 h 835479"/>
                <a:gd name="connsiteX164" fmla="*/ 4867613 w 6858000"/>
                <a:gd name="connsiteY164" fmla="*/ 410436 h 835479"/>
                <a:gd name="connsiteX165" fmla="*/ 4863342 w 6858000"/>
                <a:gd name="connsiteY165" fmla="*/ 407685 h 835479"/>
                <a:gd name="connsiteX166" fmla="*/ 4857316 w 6858000"/>
                <a:gd name="connsiteY166" fmla="*/ 405935 h 835479"/>
                <a:gd name="connsiteX167" fmla="*/ 4828915 w 6858000"/>
                <a:gd name="connsiteY167" fmla="*/ 385504 h 835479"/>
                <a:gd name="connsiteX168" fmla="*/ 4800482 w 6858000"/>
                <a:gd name="connsiteY168" fmla="*/ 370668 h 835479"/>
                <a:gd name="connsiteX169" fmla="*/ 4767764 w 6858000"/>
                <a:gd name="connsiteY169" fmla="*/ 371977 h 835479"/>
                <a:gd name="connsiteX170" fmla="*/ 4677655 w 6858000"/>
                <a:gd name="connsiteY170" fmla="*/ 381884 h 835479"/>
                <a:gd name="connsiteX171" fmla="*/ 4659174 w 6858000"/>
                <a:gd name="connsiteY171" fmla="*/ 389886 h 835479"/>
                <a:gd name="connsiteX172" fmla="*/ 4482004 w 6858000"/>
                <a:gd name="connsiteY172" fmla="*/ 449896 h 835479"/>
                <a:gd name="connsiteX173" fmla="*/ 4363890 w 6858000"/>
                <a:gd name="connsiteY173" fmla="*/ 450658 h 835479"/>
                <a:gd name="connsiteX174" fmla="*/ 4363889 w 6858000"/>
                <a:gd name="connsiteY174" fmla="*/ 450658 h 835479"/>
                <a:gd name="connsiteX175" fmla="*/ 4324644 w 6858000"/>
                <a:gd name="connsiteY175" fmla="*/ 441704 h 835479"/>
                <a:gd name="connsiteX176" fmla="*/ 4253013 w 6858000"/>
                <a:gd name="connsiteY176" fmla="*/ 401888 h 835479"/>
                <a:gd name="connsiteX177" fmla="*/ 4165382 w 6858000"/>
                <a:gd name="connsiteY177" fmla="*/ 392362 h 835479"/>
                <a:gd name="connsiteX178" fmla="*/ 4165383 w 6858000"/>
                <a:gd name="connsiteY178" fmla="*/ 392362 h 835479"/>
                <a:gd name="connsiteX179" fmla="*/ 4192387 w 6858000"/>
                <a:gd name="connsiteY179" fmla="*/ 396267 h 835479"/>
                <a:gd name="connsiteX180" fmla="*/ 4192386 w 6858000"/>
                <a:gd name="connsiteY180" fmla="*/ 396267 h 835479"/>
                <a:gd name="connsiteX181" fmla="*/ 4165382 w 6858000"/>
                <a:gd name="connsiteY181" fmla="*/ 392362 h 835479"/>
                <a:gd name="connsiteX182" fmla="*/ 3885337 w 6858000"/>
                <a:gd name="connsiteY182" fmla="*/ 379980 h 835479"/>
                <a:gd name="connsiteX183" fmla="*/ 3885338 w 6858000"/>
                <a:gd name="connsiteY183" fmla="*/ 379980 h 835479"/>
                <a:gd name="connsiteX184" fmla="*/ 3885341 w 6858000"/>
                <a:gd name="connsiteY184" fmla="*/ 379982 h 835479"/>
                <a:gd name="connsiteX185" fmla="*/ 3962157 w 6858000"/>
                <a:gd name="connsiteY185" fmla="*/ 411865 h 835479"/>
                <a:gd name="connsiteX186" fmla="*/ 3962159 w 6858000"/>
                <a:gd name="connsiteY186" fmla="*/ 411865 h 835479"/>
                <a:gd name="connsiteX187" fmla="*/ 4043837 w 6858000"/>
                <a:gd name="connsiteY187" fmla="*/ 396173 h 835479"/>
                <a:gd name="connsiteX188" fmla="*/ 4043838 w 6858000"/>
                <a:gd name="connsiteY188" fmla="*/ 396172 h 835479"/>
                <a:gd name="connsiteX189" fmla="*/ 4103824 w 6858000"/>
                <a:gd name="connsiteY189" fmla="*/ 381051 h 835479"/>
                <a:gd name="connsiteX190" fmla="*/ 4103825 w 6858000"/>
                <a:gd name="connsiteY190" fmla="*/ 381051 h 835479"/>
                <a:gd name="connsiteX191" fmla="*/ 4134255 w 6858000"/>
                <a:gd name="connsiteY191" fmla="*/ 383018 h 835479"/>
                <a:gd name="connsiteX192" fmla="*/ 4165381 w 6858000"/>
                <a:gd name="connsiteY192" fmla="*/ 392362 h 835479"/>
                <a:gd name="connsiteX193" fmla="*/ 4103825 w 6858000"/>
                <a:gd name="connsiteY193" fmla="*/ 381051 h 835479"/>
                <a:gd name="connsiteX194" fmla="*/ 4043839 w 6858000"/>
                <a:gd name="connsiteY194" fmla="*/ 396172 h 835479"/>
                <a:gd name="connsiteX195" fmla="*/ 4043837 w 6858000"/>
                <a:gd name="connsiteY195" fmla="*/ 396173 h 835479"/>
                <a:gd name="connsiteX196" fmla="*/ 4002409 w 6858000"/>
                <a:gd name="connsiteY196" fmla="*/ 409475 h 835479"/>
                <a:gd name="connsiteX197" fmla="*/ 3962159 w 6858000"/>
                <a:gd name="connsiteY197" fmla="*/ 411865 h 835479"/>
                <a:gd name="connsiteX198" fmla="*/ 3962158 w 6858000"/>
                <a:gd name="connsiteY198" fmla="*/ 411865 h 835479"/>
                <a:gd name="connsiteX199" fmla="*/ 3962157 w 6858000"/>
                <a:gd name="connsiteY199" fmla="*/ 411865 h 835479"/>
                <a:gd name="connsiteX200" fmla="*/ 3923124 w 6858000"/>
                <a:gd name="connsiteY200" fmla="*/ 402361 h 835479"/>
                <a:gd name="connsiteX201" fmla="*/ 3885341 w 6858000"/>
                <a:gd name="connsiteY201" fmla="*/ 379982 h 835479"/>
                <a:gd name="connsiteX202" fmla="*/ 3669899 w 6858000"/>
                <a:gd name="connsiteY202" fmla="*/ 394577 h 835479"/>
                <a:gd name="connsiteX203" fmla="*/ 3680163 w 6858000"/>
                <a:gd name="connsiteY203" fmla="*/ 397173 h 835479"/>
                <a:gd name="connsiteX204" fmla="*/ 3734836 w 6858000"/>
                <a:gd name="connsiteY204" fmla="*/ 393125 h 835479"/>
                <a:gd name="connsiteX205" fmla="*/ 3734837 w 6858000"/>
                <a:gd name="connsiteY205" fmla="*/ 393125 h 835479"/>
                <a:gd name="connsiteX206" fmla="*/ 3754652 w 6858000"/>
                <a:gd name="connsiteY206" fmla="*/ 393507 h 835479"/>
                <a:gd name="connsiteX207" fmla="*/ 3789775 w 6858000"/>
                <a:gd name="connsiteY207" fmla="*/ 399864 h 835479"/>
                <a:gd name="connsiteX208" fmla="*/ 3822471 w 6858000"/>
                <a:gd name="connsiteY208" fmla="*/ 384932 h 835479"/>
                <a:gd name="connsiteX209" fmla="*/ 3852618 w 6858000"/>
                <a:gd name="connsiteY209" fmla="*/ 370597 h 835479"/>
                <a:gd name="connsiteX210" fmla="*/ 3852619 w 6858000"/>
                <a:gd name="connsiteY210" fmla="*/ 370597 h 835479"/>
                <a:gd name="connsiteX211" fmla="*/ 3868763 w 6858000"/>
                <a:gd name="connsiteY211" fmla="*/ 371377 h 835479"/>
                <a:gd name="connsiteX212" fmla="*/ 3885336 w 6858000"/>
                <a:gd name="connsiteY212" fmla="*/ 379980 h 835479"/>
                <a:gd name="connsiteX213" fmla="*/ 3852619 w 6858000"/>
                <a:gd name="connsiteY213" fmla="*/ 370597 h 835479"/>
                <a:gd name="connsiteX214" fmla="*/ 3822472 w 6858000"/>
                <a:gd name="connsiteY214" fmla="*/ 384932 h 835479"/>
                <a:gd name="connsiteX215" fmla="*/ 3789776 w 6858000"/>
                <a:gd name="connsiteY215" fmla="*/ 399864 h 835479"/>
                <a:gd name="connsiteX216" fmla="*/ 3789775 w 6858000"/>
                <a:gd name="connsiteY216" fmla="*/ 399864 h 835479"/>
                <a:gd name="connsiteX217" fmla="*/ 3754651 w 6858000"/>
                <a:gd name="connsiteY217" fmla="*/ 393507 h 835479"/>
                <a:gd name="connsiteX218" fmla="*/ 3734837 w 6858000"/>
                <a:gd name="connsiteY218" fmla="*/ 393125 h 835479"/>
                <a:gd name="connsiteX219" fmla="*/ 3680163 w 6858000"/>
                <a:gd name="connsiteY219" fmla="*/ 397173 h 835479"/>
                <a:gd name="connsiteX220" fmla="*/ 3680162 w 6858000"/>
                <a:gd name="connsiteY220" fmla="*/ 397173 h 835479"/>
                <a:gd name="connsiteX221" fmla="*/ 2836171 w 6858000"/>
                <a:gd name="connsiteY221" fmla="*/ 465063 h 835479"/>
                <a:gd name="connsiteX222" fmla="*/ 2848792 w 6858000"/>
                <a:gd name="connsiteY222" fmla="*/ 456372 h 835479"/>
                <a:gd name="connsiteX223" fmla="*/ 2897784 w 6858000"/>
                <a:gd name="connsiteY223" fmla="*/ 440769 h 835479"/>
                <a:gd name="connsiteX224" fmla="*/ 2903549 w 6858000"/>
                <a:gd name="connsiteY224" fmla="*/ 439740 h 835479"/>
                <a:gd name="connsiteX225" fmla="*/ 2914327 w 6858000"/>
                <a:gd name="connsiteY225" fmla="*/ 436466 h 835479"/>
                <a:gd name="connsiteX226" fmla="*/ 2947858 w 6858000"/>
                <a:gd name="connsiteY226" fmla="*/ 431835 h 835479"/>
                <a:gd name="connsiteX227" fmla="*/ 2947861 w 6858000"/>
                <a:gd name="connsiteY227" fmla="*/ 431834 h 835479"/>
                <a:gd name="connsiteX228" fmla="*/ 2947862 w 6858000"/>
                <a:gd name="connsiteY228" fmla="*/ 431834 h 835479"/>
                <a:gd name="connsiteX229" fmla="*/ 2982148 w 6858000"/>
                <a:gd name="connsiteY229" fmla="*/ 435418 h 835479"/>
                <a:gd name="connsiteX230" fmla="*/ 3077401 w 6858000"/>
                <a:gd name="connsiteY230" fmla="*/ 447111 h 835479"/>
                <a:gd name="connsiteX231" fmla="*/ 3172653 w 6858000"/>
                <a:gd name="connsiteY231" fmla="*/ 434656 h 835479"/>
                <a:gd name="connsiteX232" fmla="*/ 3489466 w 6858000"/>
                <a:gd name="connsiteY232" fmla="*/ 387029 h 835479"/>
                <a:gd name="connsiteX233" fmla="*/ 3544712 w 6858000"/>
                <a:gd name="connsiteY233" fmla="*/ 364930 h 835479"/>
                <a:gd name="connsiteX234" fmla="*/ 3574407 w 6858000"/>
                <a:gd name="connsiteY234" fmla="*/ 347308 h 835479"/>
                <a:gd name="connsiteX235" fmla="*/ 3574408 w 6858000"/>
                <a:gd name="connsiteY235" fmla="*/ 347308 h 835479"/>
                <a:gd name="connsiteX236" fmla="*/ 3606817 w 6858000"/>
                <a:gd name="connsiteY236" fmla="*/ 359406 h 835479"/>
                <a:gd name="connsiteX237" fmla="*/ 3630632 w 6858000"/>
                <a:gd name="connsiteY237" fmla="*/ 372932 h 835479"/>
                <a:gd name="connsiteX238" fmla="*/ 3651953 w 6858000"/>
                <a:gd name="connsiteY238" fmla="*/ 388826 h 835479"/>
                <a:gd name="connsiteX239" fmla="*/ 3630631 w 6858000"/>
                <a:gd name="connsiteY239" fmla="*/ 372932 h 835479"/>
                <a:gd name="connsiteX240" fmla="*/ 3606816 w 6858000"/>
                <a:gd name="connsiteY240" fmla="*/ 359406 h 835479"/>
                <a:gd name="connsiteX241" fmla="*/ 3587173 w 6858000"/>
                <a:gd name="connsiteY241" fmla="*/ 349660 h 835479"/>
                <a:gd name="connsiteX242" fmla="*/ 3574407 w 6858000"/>
                <a:gd name="connsiteY242" fmla="*/ 347308 h 835479"/>
                <a:gd name="connsiteX243" fmla="*/ 3562320 w 6858000"/>
                <a:gd name="connsiteY243" fmla="*/ 352387 h 835479"/>
                <a:gd name="connsiteX244" fmla="*/ 3544713 w 6858000"/>
                <a:gd name="connsiteY244" fmla="*/ 364930 h 835479"/>
                <a:gd name="connsiteX245" fmla="*/ 3489467 w 6858000"/>
                <a:gd name="connsiteY245" fmla="*/ 387029 h 835479"/>
                <a:gd name="connsiteX246" fmla="*/ 3172654 w 6858000"/>
                <a:gd name="connsiteY246" fmla="*/ 434656 h 835479"/>
                <a:gd name="connsiteX247" fmla="*/ 3077401 w 6858000"/>
                <a:gd name="connsiteY247" fmla="*/ 447111 h 835479"/>
                <a:gd name="connsiteX248" fmla="*/ 3077400 w 6858000"/>
                <a:gd name="connsiteY248" fmla="*/ 447111 h 835479"/>
                <a:gd name="connsiteX249" fmla="*/ 2982147 w 6858000"/>
                <a:gd name="connsiteY249" fmla="*/ 435418 h 835479"/>
                <a:gd name="connsiteX250" fmla="*/ 2947862 w 6858000"/>
                <a:gd name="connsiteY250" fmla="*/ 431834 h 835479"/>
                <a:gd name="connsiteX251" fmla="*/ 2947858 w 6858000"/>
                <a:gd name="connsiteY251" fmla="*/ 431835 h 835479"/>
                <a:gd name="connsiteX252" fmla="*/ 2903549 w 6858000"/>
                <a:gd name="connsiteY252" fmla="*/ 439740 h 835479"/>
                <a:gd name="connsiteX253" fmla="*/ 2848793 w 6858000"/>
                <a:gd name="connsiteY253" fmla="*/ 456372 h 835479"/>
                <a:gd name="connsiteX254" fmla="*/ 2836172 w 6858000"/>
                <a:gd name="connsiteY254" fmla="*/ 465063 h 835479"/>
                <a:gd name="connsiteX255" fmla="*/ 1268757 w 6858000"/>
                <a:gd name="connsiteY255" fmla="*/ 18376 h 835479"/>
                <a:gd name="connsiteX256" fmla="*/ 1286069 w 6858000"/>
                <a:gd name="connsiteY256" fmla="*/ 23543 h 835479"/>
                <a:gd name="connsiteX257" fmla="*/ 1350627 w 6858000"/>
                <a:gd name="connsiteY257" fmla="*/ 45880 h 835479"/>
                <a:gd name="connsiteX258" fmla="*/ 1413839 w 6858000"/>
                <a:gd name="connsiteY258" fmla="*/ 40286 h 835479"/>
                <a:gd name="connsiteX259" fmla="*/ 1350626 w 6858000"/>
                <a:gd name="connsiteY259" fmla="*/ 45881 h 835479"/>
                <a:gd name="connsiteX260" fmla="*/ 1286068 w 6858000"/>
                <a:gd name="connsiteY260" fmla="*/ 23543 h 835479"/>
                <a:gd name="connsiteX261" fmla="*/ 313532 w 6858000"/>
                <a:gd name="connsiteY261" fmla="*/ 14019 h 835479"/>
                <a:gd name="connsiteX262" fmla="*/ 313533 w 6858000"/>
                <a:gd name="connsiteY262" fmla="*/ 14018 h 835479"/>
                <a:gd name="connsiteX263" fmla="*/ 338870 w 6858000"/>
                <a:gd name="connsiteY263" fmla="*/ 13446 h 835479"/>
                <a:gd name="connsiteX264" fmla="*/ 338902 w 6858000"/>
                <a:gd name="connsiteY264" fmla="*/ 13453 h 835479"/>
                <a:gd name="connsiteX265" fmla="*/ 395639 w 6858000"/>
                <a:gd name="connsiteY265" fmla="*/ 23353 h 835479"/>
                <a:gd name="connsiteX266" fmla="*/ 367327 w 6858000"/>
                <a:gd name="connsiteY266" fmla="*/ 19543 h 835479"/>
                <a:gd name="connsiteX267" fmla="*/ 338902 w 6858000"/>
                <a:gd name="connsiteY267" fmla="*/ 13453 h 835479"/>
                <a:gd name="connsiteX268" fmla="*/ 338869 w 6858000"/>
                <a:gd name="connsiteY268" fmla="*/ 13447 h 835479"/>
                <a:gd name="connsiteX269" fmla="*/ 324057 w 6858000"/>
                <a:gd name="connsiteY269" fmla="*/ 11661 h 835479"/>
                <a:gd name="connsiteX270" fmla="*/ 281567 w 6858000"/>
                <a:gd name="connsiteY270" fmla="*/ 36346 h 835479"/>
                <a:gd name="connsiteX271" fmla="*/ 295414 w 6858000"/>
                <a:gd name="connsiteY271" fmla="*/ 31451 h 835479"/>
                <a:gd name="connsiteX272" fmla="*/ 295414 w 6858000"/>
                <a:gd name="connsiteY272" fmla="*/ 31452 h 835479"/>
                <a:gd name="connsiteX273" fmla="*/ 24485 w 6858000"/>
                <a:gd name="connsiteY273" fmla="*/ 23026 h 835479"/>
                <a:gd name="connsiteX274" fmla="*/ 74128 w 6858000"/>
                <a:gd name="connsiteY274" fmla="*/ 20763 h 835479"/>
                <a:gd name="connsiteX275" fmla="*/ 125860 w 6858000"/>
                <a:gd name="connsiteY275" fmla="*/ 26687 h 835479"/>
                <a:gd name="connsiteX276" fmla="*/ 153386 w 6858000"/>
                <a:gd name="connsiteY276" fmla="*/ 31082 h 835479"/>
                <a:gd name="connsiteX277" fmla="*/ 228943 w 6858000"/>
                <a:gd name="connsiteY277" fmla="*/ 39355 h 835479"/>
                <a:gd name="connsiteX278" fmla="*/ 177270 w 6858000"/>
                <a:gd name="connsiteY278" fmla="*/ 34896 h 835479"/>
                <a:gd name="connsiteX279" fmla="*/ 153386 w 6858000"/>
                <a:gd name="connsiteY279" fmla="*/ 31082 h 835479"/>
                <a:gd name="connsiteX280" fmla="*/ 151568 w 6858000"/>
                <a:gd name="connsiteY280" fmla="*/ 30883 h 835479"/>
                <a:gd name="connsiteX281" fmla="*/ 74128 w 6858000"/>
                <a:gd name="connsiteY281" fmla="*/ 20764 h 835479"/>
                <a:gd name="connsiteX282" fmla="*/ 0 w 6858000"/>
                <a:gd name="connsiteY282" fmla="*/ 29969 h 835479"/>
                <a:gd name="connsiteX283" fmla="*/ 0 w 6858000"/>
                <a:gd name="connsiteY283" fmla="*/ 494077 h 835479"/>
                <a:gd name="connsiteX284" fmla="*/ 2816 w 6858000"/>
                <a:gd name="connsiteY284" fmla="*/ 492950 h 835479"/>
                <a:gd name="connsiteX285" fmla="*/ 63586 w 6858000"/>
                <a:gd name="connsiteY285" fmla="*/ 478851 h 835479"/>
                <a:gd name="connsiteX286" fmla="*/ 176938 w 6858000"/>
                <a:gd name="connsiteY286" fmla="*/ 464945 h 835479"/>
                <a:gd name="connsiteX287" fmla="*/ 200181 w 6858000"/>
                <a:gd name="connsiteY287" fmla="*/ 456943 h 835479"/>
                <a:gd name="connsiteX288" fmla="*/ 340773 w 6858000"/>
                <a:gd name="connsiteY288" fmla="*/ 419031 h 835479"/>
                <a:gd name="connsiteX289" fmla="*/ 453363 w 6858000"/>
                <a:gd name="connsiteY289" fmla="*/ 419796 h 835479"/>
                <a:gd name="connsiteX290" fmla="*/ 462125 w 6858000"/>
                <a:gd name="connsiteY290" fmla="*/ 421510 h 835479"/>
                <a:gd name="connsiteX291" fmla="*/ 505181 w 6858000"/>
                <a:gd name="connsiteY291" fmla="*/ 434082 h 835479"/>
                <a:gd name="connsiteX292" fmla="*/ 571859 w 6858000"/>
                <a:gd name="connsiteY292" fmla="*/ 430654 h 835479"/>
                <a:gd name="connsiteX293" fmla="*/ 617771 w 6858000"/>
                <a:gd name="connsiteY293" fmla="*/ 413317 h 835479"/>
                <a:gd name="connsiteX294" fmla="*/ 674922 w 6858000"/>
                <a:gd name="connsiteY294" fmla="*/ 412555 h 835479"/>
                <a:gd name="connsiteX295" fmla="*/ 740267 w 6858000"/>
                <a:gd name="connsiteY295" fmla="*/ 423414 h 835479"/>
                <a:gd name="connsiteX296" fmla="*/ 769604 w 6858000"/>
                <a:gd name="connsiteY296" fmla="*/ 425700 h 835479"/>
                <a:gd name="connsiteX297" fmla="*/ 850188 w 6858000"/>
                <a:gd name="connsiteY297" fmla="*/ 448180 h 835479"/>
                <a:gd name="connsiteX298" fmla="*/ 898197 w 6858000"/>
                <a:gd name="connsiteY298" fmla="*/ 442656 h 835479"/>
                <a:gd name="connsiteX299" fmla="*/ 945443 w 6858000"/>
                <a:gd name="connsiteY299" fmla="*/ 427796 h 835479"/>
                <a:gd name="connsiteX300" fmla="*/ 975732 w 6858000"/>
                <a:gd name="connsiteY300" fmla="*/ 413507 h 835479"/>
                <a:gd name="connsiteX301" fmla="*/ 1036886 w 6858000"/>
                <a:gd name="connsiteY301" fmla="*/ 403411 h 835479"/>
                <a:gd name="connsiteX302" fmla="*/ 1048124 w 6858000"/>
                <a:gd name="connsiteY302" fmla="*/ 404935 h 835479"/>
                <a:gd name="connsiteX303" fmla="*/ 1230632 w 6858000"/>
                <a:gd name="connsiteY303" fmla="*/ 417509 h 835479"/>
                <a:gd name="connsiteX304" fmla="*/ 1303023 w 6858000"/>
                <a:gd name="connsiteY304" fmla="*/ 437702 h 835479"/>
                <a:gd name="connsiteX305" fmla="*/ 1318455 w 6858000"/>
                <a:gd name="connsiteY305" fmla="*/ 440178 h 835479"/>
                <a:gd name="connsiteX306" fmla="*/ 1472574 w 6858000"/>
                <a:gd name="connsiteY306" fmla="*/ 462849 h 835479"/>
                <a:gd name="connsiteX307" fmla="*/ 1489719 w 6858000"/>
                <a:gd name="connsiteY307" fmla="*/ 463801 h 835479"/>
                <a:gd name="connsiteX308" fmla="*/ 1537536 w 6858000"/>
                <a:gd name="connsiteY308" fmla="*/ 459801 h 835479"/>
                <a:gd name="connsiteX309" fmla="*/ 1650316 w 6858000"/>
                <a:gd name="connsiteY309" fmla="*/ 500950 h 835479"/>
                <a:gd name="connsiteX310" fmla="*/ 1763286 w 6858000"/>
                <a:gd name="connsiteY310" fmla="*/ 515049 h 835479"/>
                <a:gd name="connsiteX311" fmla="*/ 1825392 w 6858000"/>
                <a:gd name="connsiteY311" fmla="*/ 514857 h 835479"/>
                <a:gd name="connsiteX312" fmla="*/ 1869779 w 6858000"/>
                <a:gd name="connsiteY312" fmla="*/ 524955 h 835479"/>
                <a:gd name="connsiteX313" fmla="*/ 1978939 w 6858000"/>
                <a:gd name="connsiteY313" fmla="*/ 555626 h 835479"/>
                <a:gd name="connsiteX314" fmla="*/ 2030377 w 6858000"/>
                <a:gd name="connsiteY314" fmla="*/ 560388 h 835479"/>
                <a:gd name="connsiteX315" fmla="*/ 2085053 w 6858000"/>
                <a:gd name="connsiteY315" fmla="*/ 570677 h 835479"/>
                <a:gd name="connsiteX316" fmla="*/ 2220311 w 6858000"/>
                <a:gd name="connsiteY316" fmla="*/ 616778 h 835479"/>
                <a:gd name="connsiteX317" fmla="*/ 2330805 w 6858000"/>
                <a:gd name="connsiteY317" fmla="*/ 614112 h 835479"/>
                <a:gd name="connsiteX318" fmla="*/ 2401291 w 6858000"/>
                <a:gd name="connsiteY318" fmla="*/ 614682 h 835479"/>
                <a:gd name="connsiteX319" fmla="*/ 2485306 w 6858000"/>
                <a:gd name="connsiteY319" fmla="*/ 629923 h 835479"/>
                <a:gd name="connsiteX320" fmla="*/ 2554078 w 6858000"/>
                <a:gd name="connsiteY320" fmla="*/ 652213 h 835479"/>
                <a:gd name="connsiteX321" fmla="*/ 2649142 w 6858000"/>
                <a:gd name="connsiteY321" fmla="*/ 669930 h 835479"/>
                <a:gd name="connsiteX322" fmla="*/ 2743825 w 6858000"/>
                <a:gd name="connsiteY322" fmla="*/ 704031 h 835479"/>
                <a:gd name="connsiteX323" fmla="*/ 2809929 w 6858000"/>
                <a:gd name="connsiteY323" fmla="*/ 730130 h 835479"/>
                <a:gd name="connsiteX324" fmla="*/ 2901942 w 6858000"/>
                <a:gd name="connsiteY324" fmla="*/ 753181 h 835479"/>
                <a:gd name="connsiteX325" fmla="*/ 3042727 w 6858000"/>
                <a:gd name="connsiteY325" fmla="*/ 769373 h 835479"/>
                <a:gd name="connsiteX326" fmla="*/ 3107499 w 6858000"/>
                <a:gd name="connsiteY326" fmla="*/ 771089 h 835479"/>
                <a:gd name="connsiteX327" fmla="*/ 3209992 w 6858000"/>
                <a:gd name="connsiteY327" fmla="*/ 808998 h 835479"/>
                <a:gd name="connsiteX328" fmla="*/ 3253808 w 6858000"/>
                <a:gd name="connsiteY328" fmla="*/ 827287 h 835479"/>
                <a:gd name="connsiteX329" fmla="*/ 3293243 w 6858000"/>
                <a:gd name="connsiteY329" fmla="*/ 812047 h 835479"/>
                <a:gd name="connsiteX330" fmla="*/ 3318770 w 6858000"/>
                <a:gd name="connsiteY330" fmla="*/ 794520 h 835479"/>
                <a:gd name="connsiteX331" fmla="*/ 3399545 w 6858000"/>
                <a:gd name="connsiteY331" fmla="*/ 809381 h 835479"/>
                <a:gd name="connsiteX332" fmla="*/ 3485274 w 6858000"/>
                <a:gd name="connsiteY332" fmla="*/ 825001 h 835479"/>
                <a:gd name="connsiteX333" fmla="*/ 3546616 w 6858000"/>
                <a:gd name="connsiteY333" fmla="*/ 835479 h 835479"/>
                <a:gd name="connsiteX334" fmla="*/ 3623200 w 6858000"/>
                <a:gd name="connsiteY334" fmla="*/ 827097 h 835479"/>
                <a:gd name="connsiteX335" fmla="*/ 3683590 w 6858000"/>
                <a:gd name="connsiteY335" fmla="*/ 823669 h 835479"/>
                <a:gd name="connsiteX336" fmla="*/ 3732360 w 6858000"/>
                <a:gd name="connsiteY336" fmla="*/ 813953 h 835479"/>
                <a:gd name="connsiteX337" fmla="*/ 3749505 w 6858000"/>
                <a:gd name="connsiteY337" fmla="*/ 808236 h 835479"/>
                <a:gd name="connsiteX338" fmla="*/ 3885337 w 6858000"/>
                <a:gd name="connsiteY338" fmla="*/ 763659 h 835479"/>
                <a:gd name="connsiteX339" fmla="*/ 4030502 w 6858000"/>
                <a:gd name="connsiteY339" fmla="*/ 728034 h 835479"/>
                <a:gd name="connsiteX340" fmla="*/ 4124613 w 6858000"/>
                <a:gd name="connsiteY340" fmla="*/ 750515 h 835479"/>
                <a:gd name="connsiteX341" fmla="*/ 4159666 w 6858000"/>
                <a:gd name="connsiteY341" fmla="*/ 750133 h 835479"/>
                <a:gd name="connsiteX342" fmla="*/ 4320836 w 6858000"/>
                <a:gd name="connsiteY342" fmla="*/ 755277 h 835479"/>
                <a:gd name="connsiteX343" fmla="*/ 4349221 w 6858000"/>
                <a:gd name="connsiteY343" fmla="*/ 760801 h 835479"/>
                <a:gd name="connsiteX344" fmla="*/ 4502578 w 6858000"/>
                <a:gd name="connsiteY344" fmla="*/ 738130 h 835479"/>
                <a:gd name="connsiteX345" fmla="*/ 4558206 w 6858000"/>
                <a:gd name="connsiteY345" fmla="*/ 734320 h 835479"/>
                <a:gd name="connsiteX346" fmla="*/ 4609451 w 6858000"/>
                <a:gd name="connsiteY346" fmla="*/ 728034 h 835479"/>
                <a:gd name="connsiteX347" fmla="*/ 4681082 w 6858000"/>
                <a:gd name="connsiteY347" fmla="*/ 726510 h 835479"/>
                <a:gd name="connsiteX348" fmla="*/ 4755380 w 6858000"/>
                <a:gd name="connsiteY348" fmla="*/ 729368 h 835479"/>
                <a:gd name="connsiteX349" fmla="*/ 4838249 w 6858000"/>
                <a:gd name="connsiteY349" fmla="*/ 728796 h 835479"/>
                <a:gd name="connsiteX350" fmla="*/ 4871018 w 6858000"/>
                <a:gd name="connsiteY350" fmla="*/ 723844 h 835479"/>
                <a:gd name="connsiteX351" fmla="*/ 4959601 w 6858000"/>
                <a:gd name="connsiteY351" fmla="*/ 727272 h 835479"/>
                <a:gd name="connsiteX352" fmla="*/ 5006085 w 6858000"/>
                <a:gd name="connsiteY352" fmla="*/ 721558 h 835479"/>
                <a:gd name="connsiteX353" fmla="*/ 5082669 w 6858000"/>
                <a:gd name="connsiteY353" fmla="*/ 720414 h 835479"/>
                <a:gd name="connsiteX354" fmla="*/ 5107626 w 6858000"/>
                <a:gd name="connsiteY354" fmla="*/ 719079 h 835479"/>
                <a:gd name="connsiteX355" fmla="*/ 5129915 w 6858000"/>
                <a:gd name="connsiteY355" fmla="*/ 718317 h 835479"/>
                <a:gd name="connsiteX356" fmla="*/ 5206307 w 6858000"/>
                <a:gd name="connsiteY356" fmla="*/ 733940 h 835479"/>
                <a:gd name="connsiteX357" fmla="*/ 5274128 w 6858000"/>
                <a:gd name="connsiteY357" fmla="*/ 734892 h 835479"/>
                <a:gd name="connsiteX358" fmla="*/ 5393004 w 6858000"/>
                <a:gd name="connsiteY358" fmla="*/ 747466 h 835479"/>
                <a:gd name="connsiteX359" fmla="*/ 5419294 w 6858000"/>
                <a:gd name="connsiteY359" fmla="*/ 743084 h 835479"/>
                <a:gd name="connsiteX360" fmla="*/ 5501593 w 6858000"/>
                <a:gd name="connsiteY360" fmla="*/ 741370 h 835479"/>
                <a:gd name="connsiteX361" fmla="*/ 5548459 w 6858000"/>
                <a:gd name="connsiteY361" fmla="*/ 740036 h 835479"/>
                <a:gd name="connsiteX362" fmla="*/ 5606371 w 6858000"/>
                <a:gd name="connsiteY362" fmla="*/ 749180 h 835479"/>
                <a:gd name="connsiteX363" fmla="*/ 5706958 w 6858000"/>
                <a:gd name="connsiteY363" fmla="*/ 768611 h 835479"/>
                <a:gd name="connsiteX364" fmla="*/ 5733439 w 6858000"/>
                <a:gd name="connsiteY364" fmla="*/ 771659 h 835479"/>
                <a:gd name="connsiteX365" fmla="*/ 5781829 w 6858000"/>
                <a:gd name="connsiteY365" fmla="*/ 780996 h 835479"/>
                <a:gd name="connsiteX366" fmla="*/ 5790591 w 6858000"/>
                <a:gd name="connsiteY366" fmla="*/ 782710 h 835479"/>
                <a:gd name="connsiteX367" fmla="*/ 5864317 w 6858000"/>
                <a:gd name="connsiteY367" fmla="*/ 806332 h 835479"/>
                <a:gd name="connsiteX368" fmla="*/ 5902609 w 6858000"/>
                <a:gd name="connsiteY368" fmla="*/ 808236 h 835479"/>
                <a:gd name="connsiteX369" fmla="*/ 6012722 w 6858000"/>
                <a:gd name="connsiteY369" fmla="*/ 808428 h 835479"/>
                <a:gd name="connsiteX370" fmla="*/ 6059396 w 6858000"/>
                <a:gd name="connsiteY370" fmla="*/ 804808 h 835479"/>
                <a:gd name="connsiteX371" fmla="*/ 6171604 w 6858000"/>
                <a:gd name="connsiteY371" fmla="*/ 790902 h 835479"/>
                <a:gd name="connsiteX372" fmla="*/ 6242092 w 6858000"/>
                <a:gd name="connsiteY372" fmla="*/ 784044 h 835479"/>
                <a:gd name="connsiteX373" fmla="*/ 6323057 w 6858000"/>
                <a:gd name="connsiteY373" fmla="*/ 773183 h 835479"/>
                <a:gd name="connsiteX374" fmla="*/ 6415832 w 6858000"/>
                <a:gd name="connsiteY374" fmla="*/ 766325 h 835479"/>
                <a:gd name="connsiteX375" fmla="*/ 6584811 w 6858000"/>
                <a:gd name="connsiteY375" fmla="*/ 745560 h 835479"/>
                <a:gd name="connsiteX376" fmla="*/ 6748457 w 6858000"/>
                <a:gd name="connsiteY376" fmla="*/ 724034 h 835479"/>
                <a:gd name="connsiteX377" fmla="*/ 6815515 w 6858000"/>
                <a:gd name="connsiteY377" fmla="*/ 704983 h 835479"/>
                <a:gd name="connsiteX378" fmla="*/ 6858000 w 6858000"/>
                <a:gd name="connsiteY378" fmla="*/ 695283 h 835479"/>
                <a:gd name="connsiteX379" fmla="*/ 6858000 w 6858000"/>
                <a:gd name="connsiteY379" fmla="*/ 456 h 835479"/>
                <a:gd name="connsiteX380" fmla="*/ 1687322 w 6858000"/>
                <a:gd name="connsiteY380" fmla="*/ 456 h 835479"/>
                <a:gd name="connsiteX381" fmla="*/ 1697753 w 6858000"/>
                <a:gd name="connsiteY381" fmla="*/ 10970 h 835479"/>
                <a:gd name="connsiteX382" fmla="*/ 1733188 w 6858000"/>
                <a:gd name="connsiteY382" fmla="*/ 33639 h 835479"/>
                <a:gd name="connsiteX383" fmla="*/ 1833775 w 6858000"/>
                <a:gd name="connsiteY383" fmla="*/ 75360 h 835479"/>
                <a:gd name="connsiteX384" fmla="*/ 1842158 w 6858000"/>
                <a:gd name="connsiteY384" fmla="*/ 82981 h 835479"/>
                <a:gd name="connsiteX385" fmla="*/ 1916454 w 6858000"/>
                <a:gd name="connsiteY385" fmla="*/ 173472 h 835479"/>
                <a:gd name="connsiteX386" fmla="*/ 1933219 w 6858000"/>
                <a:gd name="connsiteY386" fmla="*/ 188902 h 835479"/>
                <a:gd name="connsiteX387" fmla="*/ 1953413 w 6858000"/>
                <a:gd name="connsiteY387" fmla="*/ 212907 h 835479"/>
                <a:gd name="connsiteX388" fmla="*/ 2016469 w 6858000"/>
                <a:gd name="connsiteY388" fmla="*/ 259390 h 835479"/>
                <a:gd name="connsiteX389" fmla="*/ 2094578 w 6858000"/>
                <a:gd name="connsiteY389" fmla="*/ 274249 h 835479"/>
                <a:gd name="connsiteX390" fmla="*/ 2188879 w 6858000"/>
                <a:gd name="connsiteY390" fmla="*/ 296920 h 835479"/>
                <a:gd name="connsiteX391" fmla="*/ 2228314 w 6858000"/>
                <a:gd name="connsiteY391" fmla="*/ 312160 h 835479"/>
                <a:gd name="connsiteX392" fmla="*/ 2334044 w 6858000"/>
                <a:gd name="connsiteY392" fmla="*/ 341117 h 835479"/>
                <a:gd name="connsiteX393" fmla="*/ 2409485 w 6858000"/>
                <a:gd name="connsiteY393" fmla="*/ 365502 h 835479"/>
                <a:gd name="connsiteX394" fmla="*/ 2409487 w 6858000"/>
                <a:gd name="connsiteY394" fmla="*/ 365504 h 835479"/>
                <a:gd name="connsiteX395" fmla="*/ 2463015 w 6858000"/>
                <a:gd name="connsiteY395" fmla="*/ 388434 h 835479"/>
                <a:gd name="connsiteX396" fmla="*/ 2463017 w 6858000"/>
                <a:gd name="connsiteY396" fmla="*/ 388434 h 835479"/>
                <a:gd name="connsiteX397" fmla="*/ 2518262 w 6858000"/>
                <a:gd name="connsiteY397" fmla="*/ 379792 h 835479"/>
                <a:gd name="connsiteX398" fmla="*/ 2518263 w 6858000"/>
                <a:gd name="connsiteY398" fmla="*/ 379791 h 835479"/>
                <a:gd name="connsiteX399" fmla="*/ 2545005 w 6858000"/>
                <a:gd name="connsiteY399" fmla="*/ 376147 h 835479"/>
                <a:gd name="connsiteX400" fmla="*/ 2545006 w 6858000"/>
                <a:gd name="connsiteY400" fmla="*/ 376147 h 835479"/>
                <a:gd name="connsiteX401" fmla="*/ 2571034 w 6858000"/>
                <a:gd name="connsiteY401" fmla="*/ 380361 h 835479"/>
                <a:gd name="connsiteX402" fmla="*/ 2668001 w 6858000"/>
                <a:gd name="connsiteY402" fmla="*/ 453514 h 835479"/>
                <a:gd name="connsiteX403" fmla="*/ 2745348 w 6858000"/>
                <a:gd name="connsiteY403" fmla="*/ 501904 h 835479"/>
                <a:gd name="connsiteX404" fmla="*/ 2745351 w 6858000"/>
                <a:gd name="connsiteY404" fmla="*/ 501906 h 835479"/>
                <a:gd name="connsiteX405" fmla="*/ 2778005 w 6858000"/>
                <a:gd name="connsiteY405" fmla="*/ 507825 h 835479"/>
                <a:gd name="connsiteX406" fmla="*/ 2785439 w 6858000"/>
                <a:gd name="connsiteY406" fmla="*/ 507405 h 835479"/>
                <a:gd name="connsiteX407" fmla="*/ 2811779 w 6858000"/>
                <a:gd name="connsiteY407" fmla="*/ 497326 h 835479"/>
                <a:gd name="connsiteX408" fmla="*/ 2811786 w 6858000"/>
                <a:gd name="connsiteY408" fmla="*/ 497322 h 835479"/>
                <a:gd name="connsiteX409" fmla="*/ 2811786 w 6858000"/>
                <a:gd name="connsiteY409" fmla="*/ 497323 h 835479"/>
                <a:gd name="connsiteX410" fmla="*/ 2811779 w 6858000"/>
                <a:gd name="connsiteY410" fmla="*/ 497326 h 835479"/>
                <a:gd name="connsiteX411" fmla="*/ 2793022 w 6858000"/>
                <a:gd name="connsiteY411" fmla="*/ 506976 h 835479"/>
                <a:gd name="connsiteX412" fmla="*/ 2785439 w 6858000"/>
                <a:gd name="connsiteY412" fmla="*/ 507405 h 835479"/>
                <a:gd name="connsiteX413" fmla="*/ 2782304 w 6858000"/>
                <a:gd name="connsiteY413" fmla="*/ 508605 h 835479"/>
                <a:gd name="connsiteX414" fmla="*/ 2778005 w 6858000"/>
                <a:gd name="connsiteY414" fmla="*/ 507825 h 835479"/>
                <a:gd name="connsiteX415" fmla="*/ 2770757 w 6858000"/>
                <a:gd name="connsiteY415" fmla="*/ 508235 h 835479"/>
                <a:gd name="connsiteX416" fmla="*/ 2745351 w 6858000"/>
                <a:gd name="connsiteY416" fmla="*/ 501906 h 835479"/>
                <a:gd name="connsiteX417" fmla="*/ 2745347 w 6858000"/>
                <a:gd name="connsiteY417" fmla="*/ 501904 h 835479"/>
                <a:gd name="connsiteX418" fmla="*/ 2668000 w 6858000"/>
                <a:gd name="connsiteY418" fmla="*/ 453514 h 835479"/>
                <a:gd name="connsiteX419" fmla="*/ 2571033 w 6858000"/>
                <a:gd name="connsiteY419" fmla="*/ 380361 h 835479"/>
                <a:gd name="connsiteX420" fmla="*/ 2545006 w 6858000"/>
                <a:gd name="connsiteY420" fmla="*/ 376147 h 835479"/>
                <a:gd name="connsiteX421" fmla="*/ 2518264 w 6858000"/>
                <a:gd name="connsiteY421" fmla="*/ 379791 h 835479"/>
                <a:gd name="connsiteX422" fmla="*/ 2518262 w 6858000"/>
                <a:gd name="connsiteY422" fmla="*/ 379792 h 835479"/>
                <a:gd name="connsiteX423" fmla="*/ 2490550 w 6858000"/>
                <a:gd name="connsiteY423" fmla="*/ 386372 h 835479"/>
                <a:gd name="connsiteX424" fmla="*/ 2463017 w 6858000"/>
                <a:gd name="connsiteY424" fmla="*/ 388434 h 835479"/>
                <a:gd name="connsiteX425" fmla="*/ 2463016 w 6858000"/>
                <a:gd name="connsiteY425" fmla="*/ 388434 h 835479"/>
                <a:gd name="connsiteX426" fmla="*/ 2463015 w 6858000"/>
                <a:gd name="connsiteY426" fmla="*/ 388434 h 835479"/>
                <a:gd name="connsiteX427" fmla="*/ 2435912 w 6858000"/>
                <a:gd name="connsiteY427" fmla="*/ 382603 h 835479"/>
                <a:gd name="connsiteX428" fmla="*/ 2409487 w 6858000"/>
                <a:gd name="connsiteY428" fmla="*/ 365504 h 835479"/>
                <a:gd name="connsiteX429" fmla="*/ 2409484 w 6858000"/>
                <a:gd name="connsiteY429" fmla="*/ 365502 h 835479"/>
                <a:gd name="connsiteX430" fmla="*/ 2334043 w 6858000"/>
                <a:gd name="connsiteY430" fmla="*/ 341117 h 835479"/>
                <a:gd name="connsiteX431" fmla="*/ 2228313 w 6858000"/>
                <a:gd name="connsiteY431" fmla="*/ 312160 h 835479"/>
                <a:gd name="connsiteX432" fmla="*/ 2188878 w 6858000"/>
                <a:gd name="connsiteY432" fmla="*/ 296920 h 835479"/>
                <a:gd name="connsiteX433" fmla="*/ 2094577 w 6858000"/>
                <a:gd name="connsiteY433" fmla="*/ 274249 h 835479"/>
                <a:gd name="connsiteX434" fmla="*/ 2016468 w 6858000"/>
                <a:gd name="connsiteY434" fmla="*/ 259390 h 835479"/>
                <a:gd name="connsiteX435" fmla="*/ 1953412 w 6858000"/>
                <a:gd name="connsiteY435" fmla="*/ 212907 h 835479"/>
                <a:gd name="connsiteX436" fmla="*/ 1933218 w 6858000"/>
                <a:gd name="connsiteY436" fmla="*/ 188902 h 835479"/>
                <a:gd name="connsiteX437" fmla="*/ 1916453 w 6858000"/>
                <a:gd name="connsiteY437" fmla="*/ 173472 h 835479"/>
                <a:gd name="connsiteX438" fmla="*/ 1842157 w 6858000"/>
                <a:gd name="connsiteY438" fmla="*/ 82981 h 835479"/>
                <a:gd name="connsiteX439" fmla="*/ 1833774 w 6858000"/>
                <a:gd name="connsiteY439" fmla="*/ 75360 h 835479"/>
                <a:gd name="connsiteX440" fmla="*/ 1733187 w 6858000"/>
                <a:gd name="connsiteY440" fmla="*/ 33639 h 835479"/>
                <a:gd name="connsiteX441" fmla="*/ 1697752 w 6858000"/>
                <a:gd name="connsiteY441" fmla="*/ 10971 h 835479"/>
                <a:gd name="connsiteX442" fmla="*/ 1687320 w 6858000"/>
                <a:gd name="connsiteY442" fmla="*/ 456 h 835479"/>
                <a:gd name="connsiteX443" fmla="*/ 916806 w 6858000"/>
                <a:gd name="connsiteY443" fmla="*/ 456 h 835479"/>
                <a:gd name="connsiteX444" fmla="*/ 927155 w 6858000"/>
                <a:gd name="connsiteY444" fmla="*/ 9636 h 835479"/>
                <a:gd name="connsiteX445" fmla="*/ 1097087 w 6858000"/>
                <a:gd name="connsiteY445" fmla="*/ 6016 h 835479"/>
                <a:gd name="connsiteX446" fmla="*/ 1123185 w 6858000"/>
                <a:gd name="connsiteY446" fmla="*/ 1634 h 835479"/>
                <a:gd name="connsiteX447" fmla="*/ 1184028 w 6858000"/>
                <a:gd name="connsiteY447" fmla="*/ 26353 h 835479"/>
                <a:gd name="connsiteX448" fmla="*/ 1123184 w 6858000"/>
                <a:gd name="connsiteY448" fmla="*/ 1635 h 835479"/>
                <a:gd name="connsiteX449" fmla="*/ 1097086 w 6858000"/>
                <a:gd name="connsiteY449" fmla="*/ 6017 h 835479"/>
                <a:gd name="connsiteX450" fmla="*/ 927154 w 6858000"/>
                <a:gd name="connsiteY450" fmla="*/ 9637 h 835479"/>
                <a:gd name="connsiteX451" fmla="*/ 916804 w 6858000"/>
                <a:gd name="connsiteY451" fmla="*/ 456 h 835479"/>
                <a:gd name="connsiteX452" fmla="*/ 578772 w 6858000"/>
                <a:gd name="connsiteY452" fmla="*/ 456 h 835479"/>
                <a:gd name="connsiteX453" fmla="*/ 556046 w 6858000"/>
                <a:gd name="connsiteY453" fmla="*/ 6589 h 835479"/>
                <a:gd name="connsiteX454" fmla="*/ 517850 w 6858000"/>
                <a:gd name="connsiteY454" fmla="*/ 15506 h 835479"/>
                <a:gd name="connsiteX455" fmla="*/ 556047 w 6858000"/>
                <a:gd name="connsiteY455" fmla="*/ 6588 h 835479"/>
                <a:gd name="connsiteX456" fmla="*/ 578770 w 6858000"/>
                <a:gd name="connsiteY456" fmla="*/ 456 h 835479"/>
                <a:gd name="connsiteX457" fmla="*/ 0 w 6858000"/>
                <a:gd name="connsiteY457" fmla="*/ 456 h 835479"/>
                <a:gd name="connsiteX458" fmla="*/ 0 w 6858000"/>
                <a:gd name="connsiteY458" fmla="*/ 20445 h 835479"/>
                <a:gd name="connsiteX459" fmla="*/ 0 w 6858000"/>
                <a:gd name="connsiteY459" fmla="*/ 29969 h 835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</a:cxnLst>
              <a:rect l="l" t="t" r="r" b="b"/>
              <a:pathLst>
                <a:path w="6858000" h="835479">
                  <a:moveTo>
                    <a:pt x="6564619" y="468946"/>
                  </a:moveTo>
                  <a:lnTo>
                    <a:pt x="6564620" y="468946"/>
                  </a:lnTo>
                  <a:cubicBezTo>
                    <a:pt x="6575478" y="479233"/>
                    <a:pt x="6582146" y="485329"/>
                    <a:pt x="6588625" y="491425"/>
                  </a:cubicBezTo>
                  <a:lnTo>
                    <a:pt x="6625224" y="508047"/>
                  </a:lnTo>
                  <a:lnTo>
                    <a:pt x="6662539" y="500953"/>
                  </a:lnTo>
                  <a:lnTo>
                    <a:pt x="6662540" y="500952"/>
                  </a:lnTo>
                  <a:lnTo>
                    <a:pt x="6662543" y="500951"/>
                  </a:lnTo>
                  <a:lnTo>
                    <a:pt x="6683026" y="489501"/>
                  </a:lnTo>
                  <a:lnTo>
                    <a:pt x="6702975" y="486354"/>
                  </a:lnTo>
                  <a:lnTo>
                    <a:pt x="6702976" y="486354"/>
                  </a:lnTo>
                  <a:cubicBezTo>
                    <a:pt x="6716168" y="486759"/>
                    <a:pt x="6729218" y="491903"/>
                    <a:pt x="6742552" y="500190"/>
                  </a:cubicBezTo>
                  <a:lnTo>
                    <a:pt x="6742554" y="500191"/>
                  </a:lnTo>
                  <a:lnTo>
                    <a:pt x="6812061" y="519668"/>
                  </a:lnTo>
                  <a:lnTo>
                    <a:pt x="6776799" y="514894"/>
                  </a:lnTo>
                  <a:lnTo>
                    <a:pt x="6742554" y="500191"/>
                  </a:lnTo>
                  <a:lnTo>
                    <a:pt x="6742551" y="500190"/>
                  </a:lnTo>
                  <a:lnTo>
                    <a:pt x="6702975" y="486354"/>
                  </a:lnTo>
                  <a:lnTo>
                    <a:pt x="6662543" y="500951"/>
                  </a:lnTo>
                  <a:lnTo>
                    <a:pt x="6662541" y="500952"/>
                  </a:lnTo>
                  <a:lnTo>
                    <a:pt x="6662539" y="500953"/>
                  </a:lnTo>
                  <a:lnTo>
                    <a:pt x="6645551" y="508036"/>
                  </a:lnTo>
                  <a:lnTo>
                    <a:pt x="6625224" y="508047"/>
                  </a:lnTo>
                  <a:lnTo>
                    <a:pt x="6625223" y="508047"/>
                  </a:lnTo>
                  <a:cubicBezTo>
                    <a:pt x="6611340" y="505951"/>
                    <a:pt x="6597577" y="499903"/>
                    <a:pt x="6588624" y="491425"/>
                  </a:cubicBezTo>
                  <a:close/>
                  <a:moveTo>
                    <a:pt x="6438980" y="549267"/>
                  </a:moveTo>
                  <a:lnTo>
                    <a:pt x="6463839" y="529336"/>
                  </a:lnTo>
                  <a:lnTo>
                    <a:pt x="6463848" y="529334"/>
                  </a:lnTo>
                  <a:lnTo>
                    <a:pt x="6513011" y="515538"/>
                  </a:lnTo>
                  <a:lnTo>
                    <a:pt x="6546193" y="496733"/>
                  </a:lnTo>
                  <a:lnTo>
                    <a:pt x="6546194" y="496733"/>
                  </a:lnTo>
                  <a:lnTo>
                    <a:pt x="6521803" y="513071"/>
                  </a:lnTo>
                  <a:lnTo>
                    <a:pt x="6513011" y="515538"/>
                  </a:lnTo>
                  <a:lnTo>
                    <a:pt x="6508051" y="518349"/>
                  </a:lnTo>
                  <a:lnTo>
                    <a:pt x="6463848" y="529334"/>
                  </a:lnTo>
                  <a:lnTo>
                    <a:pt x="6463840" y="529336"/>
                  </a:lnTo>
                  <a:cubicBezTo>
                    <a:pt x="6451649" y="532288"/>
                    <a:pt x="6444076" y="539765"/>
                    <a:pt x="6438980" y="549267"/>
                  </a:cubicBezTo>
                  <a:close/>
                  <a:moveTo>
                    <a:pt x="6365203" y="635242"/>
                  </a:moveTo>
                  <a:lnTo>
                    <a:pt x="6387909" y="633959"/>
                  </a:lnTo>
                  <a:lnTo>
                    <a:pt x="6391548" y="632195"/>
                  </a:lnTo>
                  <a:lnTo>
                    <a:pt x="6407331" y="624541"/>
                  </a:lnTo>
                  <a:lnTo>
                    <a:pt x="6407332" y="624541"/>
                  </a:lnTo>
                  <a:lnTo>
                    <a:pt x="6391548" y="632195"/>
                  </a:lnTo>
                  <a:lnTo>
                    <a:pt x="6387909" y="633961"/>
                  </a:lnTo>
                  <a:close/>
                  <a:moveTo>
                    <a:pt x="4221390" y="396172"/>
                  </a:moveTo>
                  <a:lnTo>
                    <a:pt x="4221391" y="396172"/>
                  </a:lnTo>
                  <a:cubicBezTo>
                    <a:pt x="4232060" y="396934"/>
                    <a:pt x="4243872" y="397124"/>
                    <a:pt x="4253014" y="401888"/>
                  </a:cubicBezTo>
                  <a:cubicBezTo>
                    <a:pt x="4277401" y="414081"/>
                    <a:pt x="4300070" y="429701"/>
                    <a:pt x="4324645" y="441704"/>
                  </a:cubicBezTo>
                  <a:lnTo>
                    <a:pt x="4363890" y="450658"/>
                  </a:lnTo>
                  <a:lnTo>
                    <a:pt x="4482003" y="449896"/>
                  </a:lnTo>
                  <a:cubicBezTo>
                    <a:pt x="4546775" y="447228"/>
                    <a:pt x="4612499" y="446656"/>
                    <a:pt x="4659173" y="389886"/>
                  </a:cubicBezTo>
                  <a:cubicBezTo>
                    <a:pt x="4662985" y="385314"/>
                    <a:pt x="4671175" y="382646"/>
                    <a:pt x="4677654" y="381884"/>
                  </a:cubicBezTo>
                  <a:cubicBezTo>
                    <a:pt x="4707563" y="378265"/>
                    <a:pt x="4738234" y="377883"/>
                    <a:pt x="4767763" y="371977"/>
                  </a:cubicBezTo>
                  <a:cubicBezTo>
                    <a:pt x="4779574" y="369596"/>
                    <a:pt x="4790386" y="368787"/>
                    <a:pt x="4800482" y="370668"/>
                  </a:cubicBezTo>
                  <a:lnTo>
                    <a:pt x="4800483" y="370668"/>
                  </a:lnTo>
                  <a:cubicBezTo>
                    <a:pt x="4810580" y="372549"/>
                    <a:pt x="4819963" y="377122"/>
                    <a:pt x="4828916" y="385504"/>
                  </a:cubicBezTo>
                  <a:lnTo>
                    <a:pt x="4863342" y="407685"/>
                  </a:lnTo>
                  <a:lnTo>
                    <a:pt x="4889274" y="415214"/>
                  </a:lnTo>
                  <a:lnTo>
                    <a:pt x="4912167" y="413509"/>
                  </a:lnTo>
                  <a:cubicBezTo>
                    <a:pt x="4919977" y="411794"/>
                    <a:pt x="4927121" y="411437"/>
                    <a:pt x="4933803" y="412107"/>
                  </a:cubicBezTo>
                  <a:lnTo>
                    <a:pt x="4933804" y="412107"/>
                  </a:lnTo>
                  <a:lnTo>
                    <a:pt x="4952672" y="416866"/>
                  </a:lnTo>
                  <a:lnTo>
                    <a:pt x="4957452" y="419659"/>
                  </a:lnTo>
                  <a:lnTo>
                    <a:pt x="4961455" y="420937"/>
                  </a:lnTo>
                  <a:cubicBezTo>
                    <a:pt x="4970096" y="425448"/>
                    <a:pt x="4978393" y="431154"/>
                    <a:pt x="4987037" y="436941"/>
                  </a:cubicBezTo>
                  <a:cubicBezTo>
                    <a:pt x="5003801" y="448180"/>
                    <a:pt x="5022852" y="462278"/>
                    <a:pt x="5041521" y="463420"/>
                  </a:cubicBezTo>
                  <a:lnTo>
                    <a:pt x="5041527" y="463422"/>
                  </a:lnTo>
                  <a:lnTo>
                    <a:pt x="5064789" y="468043"/>
                  </a:lnTo>
                  <a:lnTo>
                    <a:pt x="5070584" y="470217"/>
                  </a:lnTo>
                  <a:lnTo>
                    <a:pt x="5072375" y="470636"/>
                  </a:lnTo>
                  <a:lnTo>
                    <a:pt x="5087443" y="476540"/>
                  </a:lnTo>
                  <a:lnTo>
                    <a:pt x="5133219" y="489567"/>
                  </a:lnTo>
                  <a:lnTo>
                    <a:pt x="5133224" y="489569"/>
                  </a:lnTo>
                  <a:lnTo>
                    <a:pt x="5166112" y="482853"/>
                  </a:lnTo>
                  <a:lnTo>
                    <a:pt x="5166113" y="482853"/>
                  </a:lnTo>
                  <a:cubicBezTo>
                    <a:pt x="5167637" y="482091"/>
                    <a:pt x="5169780" y="482663"/>
                    <a:pt x="5172090" y="483545"/>
                  </a:cubicBezTo>
                  <a:lnTo>
                    <a:pt x="5179067" y="486091"/>
                  </a:lnTo>
                  <a:lnTo>
                    <a:pt x="5229432" y="485925"/>
                  </a:lnTo>
                  <a:lnTo>
                    <a:pt x="5243613" y="478254"/>
                  </a:lnTo>
                  <a:lnTo>
                    <a:pt x="5272795" y="462468"/>
                  </a:lnTo>
                  <a:cubicBezTo>
                    <a:pt x="5285440" y="450823"/>
                    <a:pt x="5298594" y="443117"/>
                    <a:pt x="5312287" y="438565"/>
                  </a:cubicBezTo>
                  <a:lnTo>
                    <a:pt x="5321350" y="437509"/>
                  </a:lnTo>
                  <a:lnTo>
                    <a:pt x="5326162" y="435035"/>
                  </a:lnTo>
                  <a:lnTo>
                    <a:pt x="5355013" y="433589"/>
                  </a:lnTo>
                  <a:lnTo>
                    <a:pt x="5355014" y="433589"/>
                  </a:lnTo>
                  <a:cubicBezTo>
                    <a:pt x="5364882" y="434238"/>
                    <a:pt x="5375002" y="435941"/>
                    <a:pt x="5385384" y="438465"/>
                  </a:cubicBezTo>
                  <a:cubicBezTo>
                    <a:pt x="5398721" y="441704"/>
                    <a:pt x="5412057" y="443990"/>
                    <a:pt x="5425582" y="446656"/>
                  </a:cubicBezTo>
                  <a:cubicBezTo>
                    <a:pt x="5443870" y="450466"/>
                    <a:pt x="5462351" y="454468"/>
                    <a:pt x="5480637" y="458278"/>
                  </a:cubicBezTo>
                  <a:lnTo>
                    <a:pt x="5507667" y="462803"/>
                  </a:lnTo>
                  <a:lnTo>
                    <a:pt x="5531691" y="452184"/>
                  </a:lnTo>
                  <a:lnTo>
                    <a:pt x="5531692" y="452183"/>
                  </a:lnTo>
                  <a:cubicBezTo>
                    <a:pt x="5537599" y="445133"/>
                    <a:pt x="5542648" y="441941"/>
                    <a:pt x="5547577" y="442037"/>
                  </a:cubicBezTo>
                  <a:lnTo>
                    <a:pt x="5547578" y="442037"/>
                  </a:lnTo>
                  <a:cubicBezTo>
                    <a:pt x="5552507" y="442132"/>
                    <a:pt x="5557317" y="445514"/>
                    <a:pt x="5562746" y="451610"/>
                  </a:cubicBezTo>
                  <a:cubicBezTo>
                    <a:pt x="5600467" y="494284"/>
                    <a:pt x="5646189" y="520954"/>
                    <a:pt x="5704483" y="522858"/>
                  </a:cubicBezTo>
                  <a:cubicBezTo>
                    <a:pt x="5716485" y="523241"/>
                    <a:pt x="5728678" y="525906"/>
                    <a:pt x="5740488" y="528765"/>
                  </a:cubicBezTo>
                  <a:cubicBezTo>
                    <a:pt x="5747728" y="530479"/>
                    <a:pt x="5756493" y="532385"/>
                    <a:pt x="5760873" y="537529"/>
                  </a:cubicBezTo>
                  <a:cubicBezTo>
                    <a:pt x="5794974" y="576772"/>
                    <a:pt x="5837457" y="604015"/>
                    <a:pt x="5883751" y="625924"/>
                  </a:cubicBezTo>
                  <a:lnTo>
                    <a:pt x="5883755" y="625926"/>
                  </a:lnTo>
                  <a:lnTo>
                    <a:pt x="5935945" y="643829"/>
                  </a:lnTo>
                  <a:lnTo>
                    <a:pt x="5935949" y="643830"/>
                  </a:lnTo>
                  <a:lnTo>
                    <a:pt x="5993289" y="640211"/>
                  </a:lnTo>
                  <a:lnTo>
                    <a:pt x="5993290" y="640210"/>
                  </a:lnTo>
                  <a:cubicBezTo>
                    <a:pt x="6004530" y="639068"/>
                    <a:pt x="6017484" y="639259"/>
                    <a:pt x="6026439" y="633735"/>
                  </a:cubicBezTo>
                  <a:cubicBezTo>
                    <a:pt x="6054824" y="616397"/>
                    <a:pt x="6082257" y="597729"/>
                    <a:pt x="6108737" y="577534"/>
                  </a:cubicBezTo>
                  <a:cubicBezTo>
                    <a:pt x="6120073" y="568866"/>
                    <a:pt x="6126883" y="563913"/>
                    <a:pt x="6133313" y="563843"/>
                  </a:cubicBezTo>
                  <a:lnTo>
                    <a:pt x="6133314" y="563843"/>
                  </a:lnTo>
                  <a:lnTo>
                    <a:pt x="6143189" y="567542"/>
                  </a:lnTo>
                  <a:lnTo>
                    <a:pt x="6155599" y="579438"/>
                  </a:lnTo>
                  <a:lnTo>
                    <a:pt x="6155602" y="579440"/>
                  </a:lnTo>
                  <a:cubicBezTo>
                    <a:pt x="6175797" y="601729"/>
                    <a:pt x="6200944" y="613349"/>
                    <a:pt x="6228756" y="618111"/>
                  </a:cubicBezTo>
                  <a:lnTo>
                    <a:pt x="6361539" y="635448"/>
                  </a:lnTo>
                  <a:lnTo>
                    <a:pt x="6361538" y="635448"/>
                  </a:lnTo>
                  <a:cubicBezTo>
                    <a:pt x="6317150" y="631828"/>
                    <a:pt x="6272763" y="625542"/>
                    <a:pt x="6228755" y="618111"/>
                  </a:cubicBezTo>
                  <a:cubicBezTo>
                    <a:pt x="6200943" y="613349"/>
                    <a:pt x="6175796" y="601729"/>
                    <a:pt x="6155601" y="579440"/>
                  </a:cubicBezTo>
                  <a:lnTo>
                    <a:pt x="6155599" y="579438"/>
                  </a:lnTo>
                  <a:lnTo>
                    <a:pt x="6133314" y="563843"/>
                  </a:lnTo>
                  <a:lnTo>
                    <a:pt x="6108738" y="577534"/>
                  </a:lnTo>
                  <a:cubicBezTo>
                    <a:pt x="6082258" y="597729"/>
                    <a:pt x="6054825" y="616397"/>
                    <a:pt x="6026440" y="633735"/>
                  </a:cubicBezTo>
                  <a:cubicBezTo>
                    <a:pt x="6017485" y="639259"/>
                    <a:pt x="6004531" y="639068"/>
                    <a:pt x="5993291" y="640210"/>
                  </a:cubicBezTo>
                  <a:lnTo>
                    <a:pt x="5993289" y="640211"/>
                  </a:lnTo>
                  <a:lnTo>
                    <a:pt x="5964476" y="643664"/>
                  </a:lnTo>
                  <a:lnTo>
                    <a:pt x="5935949" y="643830"/>
                  </a:lnTo>
                  <a:lnTo>
                    <a:pt x="5935948" y="643830"/>
                  </a:lnTo>
                  <a:lnTo>
                    <a:pt x="5935945" y="643829"/>
                  </a:lnTo>
                  <a:lnTo>
                    <a:pt x="5909350" y="636949"/>
                  </a:lnTo>
                  <a:lnTo>
                    <a:pt x="5883755" y="625926"/>
                  </a:lnTo>
                  <a:lnTo>
                    <a:pt x="5883750" y="625924"/>
                  </a:lnTo>
                  <a:cubicBezTo>
                    <a:pt x="5837456" y="604015"/>
                    <a:pt x="5794973" y="576772"/>
                    <a:pt x="5760872" y="537529"/>
                  </a:cubicBezTo>
                  <a:cubicBezTo>
                    <a:pt x="5756492" y="532385"/>
                    <a:pt x="5747727" y="530479"/>
                    <a:pt x="5740487" y="528765"/>
                  </a:cubicBezTo>
                  <a:cubicBezTo>
                    <a:pt x="5728677" y="525906"/>
                    <a:pt x="5716484" y="523241"/>
                    <a:pt x="5704482" y="522858"/>
                  </a:cubicBezTo>
                  <a:cubicBezTo>
                    <a:pt x="5646188" y="520954"/>
                    <a:pt x="5600466" y="494284"/>
                    <a:pt x="5562745" y="451610"/>
                  </a:cubicBezTo>
                  <a:lnTo>
                    <a:pt x="5547577" y="442037"/>
                  </a:lnTo>
                  <a:lnTo>
                    <a:pt x="5531693" y="452183"/>
                  </a:lnTo>
                  <a:lnTo>
                    <a:pt x="5531691" y="452184"/>
                  </a:lnTo>
                  <a:lnTo>
                    <a:pt x="5520421" y="460582"/>
                  </a:lnTo>
                  <a:lnTo>
                    <a:pt x="5507667" y="462803"/>
                  </a:lnTo>
                  <a:lnTo>
                    <a:pt x="5507666" y="462803"/>
                  </a:lnTo>
                  <a:cubicBezTo>
                    <a:pt x="5498831" y="462755"/>
                    <a:pt x="5489496" y="460183"/>
                    <a:pt x="5480636" y="458278"/>
                  </a:cubicBezTo>
                  <a:cubicBezTo>
                    <a:pt x="5462350" y="454468"/>
                    <a:pt x="5443869" y="450466"/>
                    <a:pt x="5425581" y="446656"/>
                  </a:cubicBezTo>
                  <a:cubicBezTo>
                    <a:pt x="5412056" y="443990"/>
                    <a:pt x="5398720" y="441704"/>
                    <a:pt x="5385383" y="438465"/>
                  </a:cubicBezTo>
                  <a:lnTo>
                    <a:pt x="5355013" y="433589"/>
                  </a:lnTo>
                  <a:lnTo>
                    <a:pt x="5321350" y="437509"/>
                  </a:lnTo>
                  <a:lnTo>
                    <a:pt x="5272796" y="462468"/>
                  </a:lnTo>
                  <a:lnTo>
                    <a:pt x="5243613" y="478254"/>
                  </a:lnTo>
                  <a:lnTo>
                    <a:pt x="5229433" y="485925"/>
                  </a:lnTo>
                  <a:cubicBezTo>
                    <a:pt x="5213597" y="489759"/>
                    <a:pt x="5196594" y="489711"/>
                    <a:pt x="5179067" y="486091"/>
                  </a:cubicBezTo>
                  <a:lnTo>
                    <a:pt x="5179066" y="486091"/>
                  </a:lnTo>
                  <a:cubicBezTo>
                    <a:pt x="5176875" y="485615"/>
                    <a:pt x="5174399" y="484425"/>
                    <a:pt x="5172089" y="483545"/>
                  </a:cubicBezTo>
                  <a:lnTo>
                    <a:pt x="5166113" y="482853"/>
                  </a:lnTo>
                  <a:lnTo>
                    <a:pt x="5133224" y="489569"/>
                  </a:lnTo>
                  <a:lnTo>
                    <a:pt x="5133223" y="489569"/>
                  </a:lnTo>
                  <a:lnTo>
                    <a:pt x="5133219" y="489567"/>
                  </a:lnTo>
                  <a:lnTo>
                    <a:pt x="5102460" y="482424"/>
                  </a:lnTo>
                  <a:lnTo>
                    <a:pt x="5087443" y="476540"/>
                  </a:lnTo>
                  <a:lnTo>
                    <a:pt x="5087422" y="476534"/>
                  </a:lnTo>
                  <a:lnTo>
                    <a:pt x="5070584" y="470217"/>
                  </a:lnTo>
                  <a:lnTo>
                    <a:pt x="5041527" y="463422"/>
                  </a:lnTo>
                  <a:lnTo>
                    <a:pt x="5041520" y="463420"/>
                  </a:lnTo>
                  <a:cubicBezTo>
                    <a:pt x="5022851" y="462278"/>
                    <a:pt x="5003800" y="448180"/>
                    <a:pt x="4987036" y="436941"/>
                  </a:cubicBezTo>
                  <a:lnTo>
                    <a:pt x="4957452" y="419659"/>
                  </a:lnTo>
                  <a:lnTo>
                    <a:pt x="4933804" y="412107"/>
                  </a:lnTo>
                  <a:lnTo>
                    <a:pt x="4912168" y="413509"/>
                  </a:lnTo>
                  <a:cubicBezTo>
                    <a:pt x="4904357" y="415271"/>
                    <a:pt x="4896713" y="415783"/>
                    <a:pt x="4889275" y="415214"/>
                  </a:cubicBezTo>
                  <a:lnTo>
                    <a:pt x="4889274" y="415214"/>
                  </a:lnTo>
                  <a:lnTo>
                    <a:pt x="4867613" y="410436"/>
                  </a:lnTo>
                  <a:lnTo>
                    <a:pt x="4863342" y="407685"/>
                  </a:lnTo>
                  <a:lnTo>
                    <a:pt x="4857316" y="405935"/>
                  </a:lnTo>
                  <a:cubicBezTo>
                    <a:pt x="4847213" y="400792"/>
                    <a:pt x="4837702" y="393791"/>
                    <a:pt x="4828915" y="385504"/>
                  </a:cubicBezTo>
                  <a:lnTo>
                    <a:pt x="4800482" y="370668"/>
                  </a:lnTo>
                  <a:lnTo>
                    <a:pt x="4767764" y="371977"/>
                  </a:lnTo>
                  <a:cubicBezTo>
                    <a:pt x="4738235" y="377883"/>
                    <a:pt x="4707564" y="378265"/>
                    <a:pt x="4677655" y="381884"/>
                  </a:cubicBezTo>
                  <a:cubicBezTo>
                    <a:pt x="4671176" y="382646"/>
                    <a:pt x="4662986" y="385314"/>
                    <a:pt x="4659174" y="389886"/>
                  </a:cubicBezTo>
                  <a:cubicBezTo>
                    <a:pt x="4612500" y="446656"/>
                    <a:pt x="4546776" y="447228"/>
                    <a:pt x="4482004" y="449896"/>
                  </a:cubicBezTo>
                  <a:cubicBezTo>
                    <a:pt x="4442761" y="451610"/>
                    <a:pt x="4403325" y="451610"/>
                    <a:pt x="4363890" y="450658"/>
                  </a:cubicBezTo>
                  <a:lnTo>
                    <a:pt x="4363889" y="450658"/>
                  </a:lnTo>
                  <a:cubicBezTo>
                    <a:pt x="4350553" y="450466"/>
                    <a:pt x="4336456" y="447418"/>
                    <a:pt x="4324644" y="441704"/>
                  </a:cubicBezTo>
                  <a:cubicBezTo>
                    <a:pt x="4300069" y="429701"/>
                    <a:pt x="4277400" y="414081"/>
                    <a:pt x="4253013" y="401888"/>
                  </a:cubicBezTo>
                  <a:close/>
                  <a:moveTo>
                    <a:pt x="4165382" y="392362"/>
                  </a:moveTo>
                  <a:lnTo>
                    <a:pt x="4165383" y="392362"/>
                  </a:lnTo>
                  <a:lnTo>
                    <a:pt x="4192387" y="396267"/>
                  </a:lnTo>
                  <a:lnTo>
                    <a:pt x="4192386" y="396267"/>
                  </a:lnTo>
                  <a:cubicBezTo>
                    <a:pt x="4182766" y="396363"/>
                    <a:pt x="4173479" y="395791"/>
                    <a:pt x="4165382" y="392362"/>
                  </a:cubicBezTo>
                  <a:close/>
                  <a:moveTo>
                    <a:pt x="3885337" y="379980"/>
                  </a:moveTo>
                  <a:lnTo>
                    <a:pt x="3885338" y="379980"/>
                  </a:lnTo>
                  <a:lnTo>
                    <a:pt x="3885341" y="379982"/>
                  </a:lnTo>
                  <a:lnTo>
                    <a:pt x="3962157" y="411865"/>
                  </a:lnTo>
                  <a:lnTo>
                    <a:pt x="3962159" y="411865"/>
                  </a:lnTo>
                  <a:lnTo>
                    <a:pt x="4043837" y="396173"/>
                  </a:lnTo>
                  <a:lnTo>
                    <a:pt x="4043838" y="396172"/>
                  </a:lnTo>
                  <a:cubicBezTo>
                    <a:pt x="4063841" y="387409"/>
                    <a:pt x="4083701" y="382027"/>
                    <a:pt x="4103824" y="381051"/>
                  </a:cubicBezTo>
                  <a:lnTo>
                    <a:pt x="4103825" y="381051"/>
                  </a:lnTo>
                  <a:lnTo>
                    <a:pt x="4134255" y="383018"/>
                  </a:lnTo>
                  <a:lnTo>
                    <a:pt x="4165381" y="392362"/>
                  </a:lnTo>
                  <a:lnTo>
                    <a:pt x="4103825" y="381051"/>
                  </a:lnTo>
                  <a:lnTo>
                    <a:pt x="4043839" y="396172"/>
                  </a:lnTo>
                  <a:lnTo>
                    <a:pt x="4043837" y="396173"/>
                  </a:lnTo>
                  <a:lnTo>
                    <a:pt x="4002409" y="409475"/>
                  </a:lnTo>
                  <a:lnTo>
                    <a:pt x="3962159" y="411865"/>
                  </a:lnTo>
                  <a:lnTo>
                    <a:pt x="3962158" y="411865"/>
                  </a:lnTo>
                  <a:lnTo>
                    <a:pt x="3962157" y="411865"/>
                  </a:lnTo>
                  <a:lnTo>
                    <a:pt x="3923124" y="402361"/>
                  </a:lnTo>
                  <a:lnTo>
                    <a:pt x="3885341" y="379982"/>
                  </a:lnTo>
                  <a:close/>
                  <a:moveTo>
                    <a:pt x="3669899" y="394577"/>
                  </a:moveTo>
                  <a:lnTo>
                    <a:pt x="3680163" y="397173"/>
                  </a:lnTo>
                  <a:lnTo>
                    <a:pt x="3734836" y="393125"/>
                  </a:lnTo>
                  <a:lnTo>
                    <a:pt x="3734837" y="393125"/>
                  </a:lnTo>
                  <a:cubicBezTo>
                    <a:pt x="3741315" y="392173"/>
                    <a:pt x="3749125" y="390839"/>
                    <a:pt x="3754652" y="393507"/>
                  </a:cubicBezTo>
                  <a:lnTo>
                    <a:pt x="3789775" y="399864"/>
                  </a:lnTo>
                  <a:lnTo>
                    <a:pt x="3822471" y="384932"/>
                  </a:lnTo>
                  <a:cubicBezTo>
                    <a:pt x="3831901" y="377884"/>
                    <a:pt x="3842045" y="372264"/>
                    <a:pt x="3852618" y="370597"/>
                  </a:cubicBezTo>
                  <a:lnTo>
                    <a:pt x="3852619" y="370597"/>
                  </a:lnTo>
                  <a:lnTo>
                    <a:pt x="3868763" y="371377"/>
                  </a:lnTo>
                  <a:lnTo>
                    <a:pt x="3885336" y="379980"/>
                  </a:lnTo>
                  <a:lnTo>
                    <a:pt x="3852619" y="370597"/>
                  </a:lnTo>
                  <a:lnTo>
                    <a:pt x="3822472" y="384932"/>
                  </a:lnTo>
                  <a:cubicBezTo>
                    <a:pt x="3811613" y="393124"/>
                    <a:pt x="3800896" y="398269"/>
                    <a:pt x="3789776" y="399864"/>
                  </a:cubicBezTo>
                  <a:lnTo>
                    <a:pt x="3789775" y="399864"/>
                  </a:lnTo>
                  <a:cubicBezTo>
                    <a:pt x="3778654" y="401460"/>
                    <a:pt x="3767129" y="399507"/>
                    <a:pt x="3754651" y="393507"/>
                  </a:cubicBezTo>
                  <a:lnTo>
                    <a:pt x="3734837" y="393125"/>
                  </a:lnTo>
                  <a:lnTo>
                    <a:pt x="3680163" y="397173"/>
                  </a:lnTo>
                  <a:lnTo>
                    <a:pt x="3680162" y="397173"/>
                  </a:lnTo>
                  <a:close/>
                  <a:moveTo>
                    <a:pt x="2836171" y="465063"/>
                  </a:moveTo>
                  <a:lnTo>
                    <a:pt x="2848792" y="456372"/>
                  </a:lnTo>
                  <a:cubicBezTo>
                    <a:pt x="2865009" y="451372"/>
                    <a:pt x="2881306" y="445515"/>
                    <a:pt x="2897784" y="440769"/>
                  </a:cubicBezTo>
                  <a:lnTo>
                    <a:pt x="2903549" y="439740"/>
                  </a:lnTo>
                  <a:lnTo>
                    <a:pt x="2914327" y="436466"/>
                  </a:lnTo>
                  <a:lnTo>
                    <a:pt x="2947858" y="431835"/>
                  </a:lnTo>
                  <a:lnTo>
                    <a:pt x="2947861" y="431834"/>
                  </a:lnTo>
                  <a:lnTo>
                    <a:pt x="2947862" y="431834"/>
                  </a:lnTo>
                  <a:cubicBezTo>
                    <a:pt x="2959156" y="431465"/>
                    <a:pt x="2970575" y="432465"/>
                    <a:pt x="2982148" y="435418"/>
                  </a:cubicBezTo>
                  <a:lnTo>
                    <a:pt x="3077401" y="447111"/>
                  </a:lnTo>
                  <a:lnTo>
                    <a:pt x="3172653" y="434656"/>
                  </a:lnTo>
                  <a:cubicBezTo>
                    <a:pt x="3276479" y="408747"/>
                    <a:pt x="3380304" y="381315"/>
                    <a:pt x="3489466" y="387029"/>
                  </a:cubicBezTo>
                  <a:cubicBezTo>
                    <a:pt x="3507562" y="387981"/>
                    <a:pt x="3529089" y="376360"/>
                    <a:pt x="3544712" y="364930"/>
                  </a:cubicBezTo>
                  <a:cubicBezTo>
                    <a:pt x="3559667" y="354072"/>
                    <a:pt x="3566811" y="348213"/>
                    <a:pt x="3574407" y="347308"/>
                  </a:cubicBezTo>
                  <a:lnTo>
                    <a:pt x="3574408" y="347308"/>
                  </a:lnTo>
                  <a:cubicBezTo>
                    <a:pt x="3582004" y="346403"/>
                    <a:pt x="3590053" y="350452"/>
                    <a:pt x="3606817" y="359406"/>
                  </a:cubicBezTo>
                  <a:cubicBezTo>
                    <a:pt x="3614819" y="363788"/>
                    <a:pt x="3624725" y="366454"/>
                    <a:pt x="3630632" y="372932"/>
                  </a:cubicBezTo>
                  <a:lnTo>
                    <a:pt x="3651953" y="388826"/>
                  </a:lnTo>
                  <a:lnTo>
                    <a:pt x="3630631" y="372932"/>
                  </a:lnTo>
                  <a:cubicBezTo>
                    <a:pt x="3624724" y="366454"/>
                    <a:pt x="3614818" y="363788"/>
                    <a:pt x="3606816" y="359406"/>
                  </a:cubicBezTo>
                  <a:cubicBezTo>
                    <a:pt x="3598434" y="354929"/>
                    <a:pt x="3592231" y="351678"/>
                    <a:pt x="3587173" y="349660"/>
                  </a:cubicBezTo>
                  <a:lnTo>
                    <a:pt x="3574407" y="347308"/>
                  </a:lnTo>
                  <a:lnTo>
                    <a:pt x="3562320" y="352387"/>
                  </a:lnTo>
                  <a:cubicBezTo>
                    <a:pt x="3557715" y="355322"/>
                    <a:pt x="3552190" y="359501"/>
                    <a:pt x="3544713" y="364930"/>
                  </a:cubicBezTo>
                  <a:cubicBezTo>
                    <a:pt x="3529090" y="376360"/>
                    <a:pt x="3507563" y="387981"/>
                    <a:pt x="3489467" y="387029"/>
                  </a:cubicBezTo>
                  <a:cubicBezTo>
                    <a:pt x="3380305" y="381315"/>
                    <a:pt x="3276480" y="408747"/>
                    <a:pt x="3172654" y="434656"/>
                  </a:cubicBezTo>
                  <a:cubicBezTo>
                    <a:pt x="3140649" y="442658"/>
                    <a:pt x="3109025" y="446896"/>
                    <a:pt x="3077401" y="447111"/>
                  </a:cubicBezTo>
                  <a:lnTo>
                    <a:pt x="3077400" y="447111"/>
                  </a:lnTo>
                  <a:cubicBezTo>
                    <a:pt x="3045776" y="447325"/>
                    <a:pt x="3014152" y="443515"/>
                    <a:pt x="2982147" y="435418"/>
                  </a:cubicBezTo>
                  <a:lnTo>
                    <a:pt x="2947862" y="431834"/>
                  </a:lnTo>
                  <a:lnTo>
                    <a:pt x="2947858" y="431835"/>
                  </a:lnTo>
                  <a:lnTo>
                    <a:pt x="2903549" y="439740"/>
                  </a:lnTo>
                  <a:lnTo>
                    <a:pt x="2848793" y="456372"/>
                  </a:lnTo>
                  <a:cubicBezTo>
                    <a:pt x="2844316" y="457705"/>
                    <a:pt x="2839982" y="460991"/>
                    <a:pt x="2836172" y="465063"/>
                  </a:cubicBezTo>
                  <a:close/>
                  <a:moveTo>
                    <a:pt x="1268757" y="18376"/>
                  </a:moveTo>
                  <a:cubicBezTo>
                    <a:pt x="1275401" y="18828"/>
                    <a:pt x="1281688" y="20400"/>
                    <a:pt x="1286069" y="23543"/>
                  </a:cubicBezTo>
                  <a:cubicBezTo>
                    <a:pt x="1306929" y="38116"/>
                    <a:pt x="1328552" y="44356"/>
                    <a:pt x="1350627" y="45880"/>
                  </a:cubicBezTo>
                  <a:lnTo>
                    <a:pt x="1413839" y="40286"/>
                  </a:lnTo>
                  <a:lnTo>
                    <a:pt x="1350626" y="45881"/>
                  </a:lnTo>
                  <a:cubicBezTo>
                    <a:pt x="1328551" y="44356"/>
                    <a:pt x="1306929" y="38117"/>
                    <a:pt x="1286068" y="23543"/>
                  </a:cubicBezTo>
                  <a:close/>
                  <a:moveTo>
                    <a:pt x="313532" y="14019"/>
                  </a:moveTo>
                  <a:lnTo>
                    <a:pt x="313533" y="14018"/>
                  </a:lnTo>
                  <a:cubicBezTo>
                    <a:pt x="316389" y="9826"/>
                    <a:pt x="330298" y="12112"/>
                    <a:pt x="338870" y="13446"/>
                  </a:cubicBezTo>
                  <a:lnTo>
                    <a:pt x="338902" y="13453"/>
                  </a:lnTo>
                  <a:lnTo>
                    <a:pt x="395639" y="23353"/>
                  </a:lnTo>
                  <a:lnTo>
                    <a:pt x="367327" y="19543"/>
                  </a:lnTo>
                  <a:lnTo>
                    <a:pt x="338902" y="13453"/>
                  </a:lnTo>
                  <a:lnTo>
                    <a:pt x="338869" y="13447"/>
                  </a:lnTo>
                  <a:cubicBezTo>
                    <a:pt x="334583" y="12780"/>
                    <a:pt x="328963" y="11875"/>
                    <a:pt x="324057" y="11661"/>
                  </a:cubicBezTo>
                  <a:close/>
                  <a:moveTo>
                    <a:pt x="281567" y="36346"/>
                  </a:moveTo>
                  <a:lnTo>
                    <a:pt x="295414" y="31451"/>
                  </a:lnTo>
                  <a:lnTo>
                    <a:pt x="295414" y="31452"/>
                  </a:lnTo>
                  <a:close/>
                  <a:moveTo>
                    <a:pt x="24485" y="23026"/>
                  </a:moveTo>
                  <a:lnTo>
                    <a:pt x="74128" y="20763"/>
                  </a:lnTo>
                  <a:cubicBezTo>
                    <a:pt x="91491" y="21686"/>
                    <a:pt x="108702" y="23996"/>
                    <a:pt x="125860" y="26687"/>
                  </a:cubicBezTo>
                  <a:lnTo>
                    <a:pt x="153386" y="31082"/>
                  </a:lnTo>
                  <a:lnTo>
                    <a:pt x="228943" y="39355"/>
                  </a:lnTo>
                  <a:lnTo>
                    <a:pt x="177270" y="34896"/>
                  </a:lnTo>
                  <a:lnTo>
                    <a:pt x="153386" y="31082"/>
                  </a:lnTo>
                  <a:lnTo>
                    <a:pt x="151568" y="30883"/>
                  </a:lnTo>
                  <a:cubicBezTo>
                    <a:pt x="125875" y="26653"/>
                    <a:pt x="100173" y="22148"/>
                    <a:pt x="74128" y="20764"/>
                  </a:cubicBezTo>
                  <a:close/>
                  <a:moveTo>
                    <a:pt x="0" y="29969"/>
                  </a:moveTo>
                  <a:lnTo>
                    <a:pt x="0" y="494077"/>
                  </a:lnTo>
                  <a:lnTo>
                    <a:pt x="2816" y="492950"/>
                  </a:lnTo>
                  <a:cubicBezTo>
                    <a:pt x="21485" y="484568"/>
                    <a:pt x="43011" y="481900"/>
                    <a:pt x="63586" y="478851"/>
                  </a:cubicBezTo>
                  <a:cubicBezTo>
                    <a:pt x="101307" y="473327"/>
                    <a:pt x="139218" y="469897"/>
                    <a:pt x="176938" y="464945"/>
                  </a:cubicBezTo>
                  <a:cubicBezTo>
                    <a:pt x="184940" y="463801"/>
                    <a:pt x="194084" y="461707"/>
                    <a:pt x="200181" y="456943"/>
                  </a:cubicBezTo>
                  <a:cubicBezTo>
                    <a:pt x="241900" y="424938"/>
                    <a:pt x="292578" y="415985"/>
                    <a:pt x="340773" y="419031"/>
                  </a:cubicBezTo>
                  <a:cubicBezTo>
                    <a:pt x="378685" y="421320"/>
                    <a:pt x="415834" y="423034"/>
                    <a:pt x="453363" y="419796"/>
                  </a:cubicBezTo>
                  <a:cubicBezTo>
                    <a:pt x="456221" y="419604"/>
                    <a:pt x="460031" y="419986"/>
                    <a:pt x="462125" y="421510"/>
                  </a:cubicBezTo>
                  <a:cubicBezTo>
                    <a:pt x="475080" y="431606"/>
                    <a:pt x="488606" y="432368"/>
                    <a:pt x="505181" y="434082"/>
                  </a:cubicBezTo>
                  <a:cubicBezTo>
                    <a:pt x="528614" y="436560"/>
                    <a:pt x="550140" y="434844"/>
                    <a:pt x="571859" y="430654"/>
                  </a:cubicBezTo>
                  <a:cubicBezTo>
                    <a:pt x="587671" y="427606"/>
                    <a:pt x="603672" y="421320"/>
                    <a:pt x="617771" y="413317"/>
                  </a:cubicBezTo>
                  <a:cubicBezTo>
                    <a:pt x="637391" y="402077"/>
                    <a:pt x="656254" y="397697"/>
                    <a:pt x="674922" y="412555"/>
                  </a:cubicBezTo>
                  <a:cubicBezTo>
                    <a:pt x="695115" y="428368"/>
                    <a:pt x="717976" y="422844"/>
                    <a:pt x="740267" y="423414"/>
                  </a:cubicBezTo>
                  <a:cubicBezTo>
                    <a:pt x="749981" y="423606"/>
                    <a:pt x="760269" y="423224"/>
                    <a:pt x="769604" y="425700"/>
                  </a:cubicBezTo>
                  <a:cubicBezTo>
                    <a:pt x="796654" y="432750"/>
                    <a:pt x="822755" y="443418"/>
                    <a:pt x="850188" y="448180"/>
                  </a:cubicBezTo>
                  <a:cubicBezTo>
                    <a:pt x="865429" y="450847"/>
                    <a:pt x="882383" y="446084"/>
                    <a:pt x="898197" y="442656"/>
                  </a:cubicBezTo>
                  <a:cubicBezTo>
                    <a:pt x="914199" y="439036"/>
                    <a:pt x="930010" y="433512"/>
                    <a:pt x="945443" y="427796"/>
                  </a:cubicBezTo>
                  <a:cubicBezTo>
                    <a:pt x="955919" y="423986"/>
                    <a:pt x="967349" y="420366"/>
                    <a:pt x="975732" y="413507"/>
                  </a:cubicBezTo>
                  <a:cubicBezTo>
                    <a:pt x="994784" y="397887"/>
                    <a:pt x="1014405" y="395219"/>
                    <a:pt x="1036886" y="403411"/>
                  </a:cubicBezTo>
                  <a:cubicBezTo>
                    <a:pt x="1040314" y="404745"/>
                    <a:pt x="1044314" y="404745"/>
                    <a:pt x="1048124" y="404935"/>
                  </a:cubicBezTo>
                  <a:cubicBezTo>
                    <a:pt x="1109090" y="408935"/>
                    <a:pt x="1170050" y="411413"/>
                    <a:pt x="1230632" y="417509"/>
                  </a:cubicBezTo>
                  <a:cubicBezTo>
                    <a:pt x="1255205" y="419986"/>
                    <a:pt x="1278828" y="430844"/>
                    <a:pt x="1303023" y="437702"/>
                  </a:cubicBezTo>
                  <a:cubicBezTo>
                    <a:pt x="1307977" y="439036"/>
                    <a:pt x="1313503" y="441132"/>
                    <a:pt x="1318455" y="440178"/>
                  </a:cubicBezTo>
                  <a:cubicBezTo>
                    <a:pt x="1372367" y="430654"/>
                    <a:pt x="1422853" y="444560"/>
                    <a:pt x="1472574" y="462849"/>
                  </a:cubicBezTo>
                  <a:cubicBezTo>
                    <a:pt x="1477716" y="464755"/>
                    <a:pt x="1484003" y="464183"/>
                    <a:pt x="1489719" y="463801"/>
                  </a:cubicBezTo>
                  <a:cubicBezTo>
                    <a:pt x="1505723" y="462469"/>
                    <a:pt x="1523058" y="455801"/>
                    <a:pt x="1537536" y="459801"/>
                  </a:cubicBezTo>
                  <a:cubicBezTo>
                    <a:pt x="1576018" y="470851"/>
                    <a:pt x="1614119" y="484186"/>
                    <a:pt x="1650316" y="500950"/>
                  </a:cubicBezTo>
                  <a:cubicBezTo>
                    <a:pt x="1687085" y="517905"/>
                    <a:pt x="1721184" y="532193"/>
                    <a:pt x="1763286" y="515049"/>
                  </a:cubicBezTo>
                  <a:cubicBezTo>
                    <a:pt x="1781193" y="507808"/>
                    <a:pt x="1804815" y="512953"/>
                    <a:pt x="1825392" y="514857"/>
                  </a:cubicBezTo>
                  <a:cubicBezTo>
                    <a:pt x="1840440" y="516381"/>
                    <a:pt x="1854919" y="524955"/>
                    <a:pt x="1869779" y="524955"/>
                  </a:cubicBezTo>
                  <a:cubicBezTo>
                    <a:pt x="1909407" y="524955"/>
                    <a:pt x="1944648" y="535051"/>
                    <a:pt x="1978939" y="555626"/>
                  </a:cubicBezTo>
                  <a:cubicBezTo>
                    <a:pt x="1992278" y="563626"/>
                    <a:pt x="2013042" y="558292"/>
                    <a:pt x="2030377" y="560388"/>
                  </a:cubicBezTo>
                  <a:cubicBezTo>
                    <a:pt x="2048667" y="562864"/>
                    <a:pt x="2067524" y="565150"/>
                    <a:pt x="2085053" y="570677"/>
                  </a:cubicBezTo>
                  <a:cubicBezTo>
                    <a:pt x="2130392" y="585155"/>
                    <a:pt x="2175162" y="601538"/>
                    <a:pt x="2220311" y="616778"/>
                  </a:cubicBezTo>
                  <a:cubicBezTo>
                    <a:pt x="2257458" y="629353"/>
                    <a:pt x="2294038" y="619446"/>
                    <a:pt x="2330805" y="614112"/>
                  </a:cubicBezTo>
                  <a:cubicBezTo>
                    <a:pt x="2353858" y="610682"/>
                    <a:pt x="2375382" y="602490"/>
                    <a:pt x="2401291" y="614682"/>
                  </a:cubicBezTo>
                  <a:cubicBezTo>
                    <a:pt x="2426058" y="626304"/>
                    <a:pt x="2457491" y="623636"/>
                    <a:pt x="2485306" y="629923"/>
                  </a:cubicBezTo>
                  <a:cubicBezTo>
                    <a:pt x="2508741" y="635257"/>
                    <a:pt x="2531408" y="643831"/>
                    <a:pt x="2554078" y="652213"/>
                  </a:cubicBezTo>
                  <a:cubicBezTo>
                    <a:pt x="2584941" y="663644"/>
                    <a:pt x="2615420" y="675644"/>
                    <a:pt x="2649142" y="669930"/>
                  </a:cubicBezTo>
                  <a:cubicBezTo>
                    <a:pt x="2687435" y="663452"/>
                    <a:pt x="2713722" y="687836"/>
                    <a:pt x="2743825" y="704031"/>
                  </a:cubicBezTo>
                  <a:cubicBezTo>
                    <a:pt x="2764589" y="715079"/>
                    <a:pt x="2787258" y="723272"/>
                    <a:pt x="2809929" y="730130"/>
                  </a:cubicBezTo>
                  <a:cubicBezTo>
                    <a:pt x="2840218" y="739084"/>
                    <a:pt x="2871461" y="744418"/>
                    <a:pt x="2901942" y="753181"/>
                  </a:cubicBezTo>
                  <a:cubicBezTo>
                    <a:pt x="2948046" y="766325"/>
                    <a:pt x="2994721" y="776613"/>
                    <a:pt x="3042727" y="769373"/>
                  </a:cubicBezTo>
                  <a:cubicBezTo>
                    <a:pt x="3064826" y="766135"/>
                    <a:pt x="3085402" y="766325"/>
                    <a:pt x="3107499" y="771089"/>
                  </a:cubicBezTo>
                  <a:cubicBezTo>
                    <a:pt x="3143694" y="778899"/>
                    <a:pt x="3180843" y="779852"/>
                    <a:pt x="3209992" y="808998"/>
                  </a:cubicBezTo>
                  <a:cubicBezTo>
                    <a:pt x="3220279" y="819287"/>
                    <a:pt x="3238757" y="821953"/>
                    <a:pt x="3253808" y="827287"/>
                  </a:cubicBezTo>
                  <a:cubicBezTo>
                    <a:pt x="3271144" y="833575"/>
                    <a:pt x="3283907" y="830335"/>
                    <a:pt x="3293243" y="812047"/>
                  </a:cubicBezTo>
                  <a:cubicBezTo>
                    <a:pt x="3297433" y="803856"/>
                    <a:pt x="3309436" y="795854"/>
                    <a:pt x="3318770" y="794520"/>
                  </a:cubicBezTo>
                  <a:cubicBezTo>
                    <a:pt x="3346775" y="790520"/>
                    <a:pt x="3372494" y="796426"/>
                    <a:pt x="3399545" y="809381"/>
                  </a:cubicBezTo>
                  <a:cubicBezTo>
                    <a:pt x="3424882" y="821573"/>
                    <a:pt x="3456507" y="820239"/>
                    <a:pt x="3485274" y="825001"/>
                  </a:cubicBezTo>
                  <a:cubicBezTo>
                    <a:pt x="3505656" y="828431"/>
                    <a:pt x="3526041" y="835479"/>
                    <a:pt x="3546616" y="835479"/>
                  </a:cubicBezTo>
                  <a:cubicBezTo>
                    <a:pt x="3572145" y="835479"/>
                    <a:pt x="3597481" y="829383"/>
                    <a:pt x="3623200" y="827097"/>
                  </a:cubicBezTo>
                  <a:cubicBezTo>
                    <a:pt x="3643203" y="825193"/>
                    <a:pt x="3663588" y="825955"/>
                    <a:pt x="3683590" y="823669"/>
                  </a:cubicBezTo>
                  <a:cubicBezTo>
                    <a:pt x="3699975" y="821953"/>
                    <a:pt x="3716167" y="817573"/>
                    <a:pt x="3732360" y="813953"/>
                  </a:cubicBezTo>
                  <a:cubicBezTo>
                    <a:pt x="3738266" y="812619"/>
                    <a:pt x="3744172" y="807474"/>
                    <a:pt x="3749505" y="808236"/>
                  </a:cubicBezTo>
                  <a:cubicBezTo>
                    <a:pt x="3802466" y="816429"/>
                    <a:pt x="3840568" y="779852"/>
                    <a:pt x="3885337" y="763659"/>
                  </a:cubicBezTo>
                  <a:cubicBezTo>
                    <a:pt x="3932393" y="746512"/>
                    <a:pt x="3977924" y="720224"/>
                    <a:pt x="4030502" y="728034"/>
                  </a:cubicBezTo>
                  <a:cubicBezTo>
                    <a:pt x="4062317" y="732796"/>
                    <a:pt x="4092988" y="743846"/>
                    <a:pt x="4124613" y="750515"/>
                  </a:cubicBezTo>
                  <a:cubicBezTo>
                    <a:pt x="4135853" y="752801"/>
                    <a:pt x="4148426" y="752419"/>
                    <a:pt x="4159666" y="750133"/>
                  </a:cubicBezTo>
                  <a:cubicBezTo>
                    <a:pt x="4213960" y="739654"/>
                    <a:pt x="4267492" y="738130"/>
                    <a:pt x="4320836" y="755277"/>
                  </a:cubicBezTo>
                  <a:cubicBezTo>
                    <a:pt x="4329978" y="758135"/>
                    <a:pt x="4339694" y="760801"/>
                    <a:pt x="4349221" y="760801"/>
                  </a:cubicBezTo>
                  <a:cubicBezTo>
                    <a:pt x="4401418" y="760801"/>
                    <a:pt x="4452664" y="756801"/>
                    <a:pt x="4502578" y="738130"/>
                  </a:cubicBezTo>
                  <a:cubicBezTo>
                    <a:pt x="4519342" y="731844"/>
                    <a:pt x="4539727" y="735844"/>
                    <a:pt x="4558206" y="734320"/>
                  </a:cubicBezTo>
                  <a:cubicBezTo>
                    <a:pt x="4575350" y="732988"/>
                    <a:pt x="4592877" y="732416"/>
                    <a:pt x="4609451" y="728034"/>
                  </a:cubicBezTo>
                  <a:cubicBezTo>
                    <a:pt x="4633646" y="721558"/>
                    <a:pt x="4656125" y="720796"/>
                    <a:pt x="4681082" y="726510"/>
                  </a:cubicBezTo>
                  <a:cubicBezTo>
                    <a:pt x="4704894" y="731844"/>
                    <a:pt x="4730613" y="729178"/>
                    <a:pt x="4755380" y="729368"/>
                  </a:cubicBezTo>
                  <a:cubicBezTo>
                    <a:pt x="4783003" y="729558"/>
                    <a:pt x="4810626" y="729748"/>
                    <a:pt x="4838249" y="728796"/>
                  </a:cubicBezTo>
                  <a:cubicBezTo>
                    <a:pt x="4849299" y="728416"/>
                    <a:pt x="4861872" y="720796"/>
                    <a:pt x="4871018" y="723844"/>
                  </a:cubicBezTo>
                  <a:cubicBezTo>
                    <a:pt x="4900545" y="734130"/>
                    <a:pt x="4930074" y="721748"/>
                    <a:pt x="4959601" y="727272"/>
                  </a:cubicBezTo>
                  <a:cubicBezTo>
                    <a:pt x="4974081" y="730130"/>
                    <a:pt x="4990464" y="722320"/>
                    <a:pt x="5006085" y="721558"/>
                  </a:cubicBezTo>
                  <a:cubicBezTo>
                    <a:pt x="5031613" y="720224"/>
                    <a:pt x="5057140" y="720796"/>
                    <a:pt x="5082669" y="720414"/>
                  </a:cubicBezTo>
                  <a:cubicBezTo>
                    <a:pt x="5091051" y="720224"/>
                    <a:pt x="5099244" y="719462"/>
                    <a:pt x="5107626" y="719079"/>
                  </a:cubicBezTo>
                  <a:cubicBezTo>
                    <a:pt x="5115056" y="718699"/>
                    <a:pt x="5122866" y="716985"/>
                    <a:pt x="5129915" y="718317"/>
                  </a:cubicBezTo>
                  <a:cubicBezTo>
                    <a:pt x="5155444" y="723082"/>
                    <a:pt x="5180590" y="730892"/>
                    <a:pt x="5206307" y="733940"/>
                  </a:cubicBezTo>
                  <a:cubicBezTo>
                    <a:pt x="5228596" y="736606"/>
                    <a:pt x="5251649" y="732988"/>
                    <a:pt x="5274128" y="734892"/>
                  </a:cubicBezTo>
                  <a:cubicBezTo>
                    <a:pt x="5313753" y="738130"/>
                    <a:pt x="5353378" y="743846"/>
                    <a:pt x="5393004" y="747466"/>
                  </a:cubicBezTo>
                  <a:cubicBezTo>
                    <a:pt x="5401578" y="748228"/>
                    <a:pt x="5410530" y="743464"/>
                    <a:pt x="5419294" y="743084"/>
                  </a:cubicBezTo>
                  <a:cubicBezTo>
                    <a:pt x="5446727" y="742132"/>
                    <a:pt x="5474160" y="741940"/>
                    <a:pt x="5501593" y="741370"/>
                  </a:cubicBezTo>
                  <a:cubicBezTo>
                    <a:pt x="5517214" y="741178"/>
                    <a:pt x="5533026" y="741750"/>
                    <a:pt x="5548459" y="740036"/>
                  </a:cubicBezTo>
                  <a:cubicBezTo>
                    <a:pt x="5568841" y="737750"/>
                    <a:pt x="5587320" y="734320"/>
                    <a:pt x="5606371" y="749180"/>
                  </a:cubicBezTo>
                  <a:cubicBezTo>
                    <a:pt x="5635710" y="772231"/>
                    <a:pt x="5673049" y="763277"/>
                    <a:pt x="5706958" y="768611"/>
                  </a:cubicBezTo>
                  <a:cubicBezTo>
                    <a:pt x="5715722" y="769945"/>
                    <a:pt x="5724677" y="770135"/>
                    <a:pt x="5733439" y="771659"/>
                  </a:cubicBezTo>
                  <a:cubicBezTo>
                    <a:pt x="5749633" y="774517"/>
                    <a:pt x="5765634" y="777755"/>
                    <a:pt x="5781829" y="780996"/>
                  </a:cubicBezTo>
                  <a:cubicBezTo>
                    <a:pt x="5784685" y="781566"/>
                    <a:pt x="5787923" y="781758"/>
                    <a:pt x="5790591" y="782710"/>
                  </a:cubicBezTo>
                  <a:cubicBezTo>
                    <a:pt x="5815168" y="790710"/>
                    <a:pt x="5839360" y="799854"/>
                    <a:pt x="5864317" y="806332"/>
                  </a:cubicBezTo>
                  <a:cubicBezTo>
                    <a:pt x="5876510" y="809571"/>
                    <a:pt x="5890036" y="809953"/>
                    <a:pt x="5902609" y="808236"/>
                  </a:cubicBezTo>
                  <a:cubicBezTo>
                    <a:pt x="5939376" y="803284"/>
                    <a:pt x="5975763" y="801188"/>
                    <a:pt x="6012722" y="808428"/>
                  </a:cubicBezTo>
                  <a:cubicBezTo>
                    <a:pt x="6027391" y="811285"/>
                    <a:pt x="6043775" y="806522"/>
                    <a:pt x="6059396" y="804808"/>
                  </a:cubicBezTo>
                  <a:cubicBezTo>
                    <a:pt x="6096735" y="800236"/>
                    <a:pt x="6134074" y="795282"/>
                    <a:pt x="6171604" y="790902"/>
                  </a:cubicBezTo>
                  <a:cubicBezTo>
                    <a:pt x="6195036" y="788234"/>
                    <a:pt x="6218659" y="786710"/>
                    <a:pt x="6242092" y="784044"/>
                  </a:cubicBezTo>
                  <a:cubicBezTo>
                    <a:pt x="6269143" y="780804"/>
                    <a:pt x="6296004" y="775851"/>
                    <a:pt x="6323057" y="773183"/>
                  </a:cubicBezTo>
                  <a:cubicBezTo>
                    <a:pt x="6353918" y="770135"/>
                    <a:pt x="6384971" y="769565"/>
                    <a:pt x="6415832" y="766325"/>
                  </a:cubicBezTo>
                  <a:cubicBezTo>
                    <a:pt x="6472224" y="760039"/>
                    <a:pt x="6528423" y="752609"/>
                    <a:pt x="6584811" y="745560"/>
                  </a:cubicBezTo>
                  <a:cubicBezTo>
                    <a:pt x="6639487" y="738702"/>
                    <a:pt x="6694163" y="732606"/>
                    <a:pt x="6748457" y="724034"/>
                  </a:cubicBezTo>
                  <a:cubicBezTo>
                    <a:pt x="6771318" y="720414"/>
                    <a:pt x="6793034" y="710507"/>
                    <a:pt x="6815515" y="704983"/>
                  </a:cubicBezTo>
                  <a:lnTo>
                    <a:pt x="6858000" y="695283"/>
                  </a:lnTo>
                  <a:lnTo>
                    <a:pt x="6858000" y="456"/>
                  </a:lnTo>
                  <a:lnTo>
                    <a:pt x="1687322" y="456"/>
                  </a:lnTo>
                  <a:lnTo>
                    <a:pt x="1697753" y="10970"/>
                  </a:lnTo>
                  <a:cubicBezTo>
                    <a:pt x="1707279" y="20877"/>
                    <a:pt x="1720423" y="27925"/>
                    <a:pt x="1733188" y="33639"/>
                  </a:cubicBezTo>
                  <a:cubicBezTo>
                    <a:pt x="1766335" y="48310"/>
                    <a:pt x="1800246" y="61454"/>
                    <a:pt x="1833775" y="75360"/>
                  </a:cubicBezTo>
                  <a:cubicBezTo>
                    <a:pt x="1837013" y="76694"/>
                    <a:pt x="1839679" y="80123"/>
                    <a:pt x="1842158" y="82981"/>
                  </a:cubicBezTo>
                  <a:cubicBezTo>
                    <a:pt x="1866922" y="113082"/>
                    <a:pt x="1891497" y="143371"/>
                    <a:pt x="1916454" y="173472"/>
                  </a:cubicBezTo>
                  <a:cubicBezTo>
                    <a:pt x="1921216" y="179186"/>
                    <a:pt x="1928076" y="183378"/>
                    <a:pt x="1933219" y="188902"/>
                  </a:cubicBezTo>
                  <a:cubicBezTo>
                    <a:pt x="1940459" y="196522"/>
                    <a:pt x="1949603" y="203763"/>
                    <a:pt x="1953413" y="212907"/>
                  </a:cubicBezTo>
                  <a:cubicBezTo>
                    <a:pt x="1965224" y="241672"/>
                    <a:pt x="1987894" y="254056"/>
                    <a:pt x="2016469" y="259390"/>
                  </a:cubicBezTo>
                  <a:cubicBezTo>
                    <a:pt x="2042570" y="264343"/>
                    <a:pt x="2068669" y="268535"/>
                    <a:pt x="2094578" y="274249"/>
                  </a:cubicBezTo>
                  <a:cubicBezTo>
                    <a:pt x="2126201" y="281107"/>
                    <a:pt x="2157636" y="288537"/>
                    <a:pt x="2188879" y="296920"/>
                  </a:cubicBezTo>
                  <a:cubicBezTo>
                    <a:pt x="2202404" y="300540"/>
                    <a:pt x="2216692" y="304730"/>
                    <a:pt x="2228314" y="312160"/>
                  </a:cubicBezTo>
                  <a:cubicBezTo>
                    <a:pt x="2260890" y="332735"/>
                    <a:pt x="2295753" y="346641"/>
                    <a:pt x="2334044" y="341117"/>
                  </a:cubicBezTo>
                  <a:cubicBezTo>
                    <a:pt x="2364715" y="336735"/>
                    <a:pt x="2390434" y="347975"/>
                    <a:pt x="2409485" y="365502"/>
                  </a:cubicBezTo>
                  <a:lnTo>
                    <a:pt x="2409487" y="365504"/>
                  </a:lnTo>
                  <a:lnTo>
                    <a:pt x="2463015" y="388434"/>
                  </a:lnTo>
                  <a:lnTo>
                    <a:pt x="2463017" y="388434"/>
                  </a:lnTo>
                  <a:lnTo>
                    <a:pt x="2518262" y="379792"/>
                  </a:lnTo>
                  <a:lnTo>
                    <a:pt x="2518263" y="379791"/>
                  </a:lnTo>
                  <a:cubicBezTo>
                    <a:pt x="2527789" y="377124"/>
                    <a:pt x="2536456" y="375980"/>
                    <a:pt x="2545005" y="376147"/>
                  </a:cubicBezTo>
                  <a:lnTo>
                    <a:pt x="2545006" y="376147"/>
                  </a:lnTo>
                  <a:cubicBezTo>
                    <a:pt x="2553555" y="376313"/>
                    <a:pt x="2561985" y="377790"/>
                    <a:pt x="2571034" y="380361"/>
                  </a:cubicBezTo>
                  <a:cubicBezTo>
                    <a:pt x="2612945" y="392363"/>
                    <a:pt x="2640950" y="424940"/>
                    <a:pt x="2668001" y="453514"/>
                  </a:cubicBezTo>
                  <a:cubicBezTo>
                    <a:pt x="2691054" y="477900"/>
                    <a:pt x="2716963" y="491615"/>
                    <a:pt x="2745348" y="501904"/>
                  </a:cubicBezTo>
                  <a:lnTo>
                    <a:pt x="2745351" y="501906"/>
                  </a:lnTo>
                  <a:lnTo>
                    <a:pt x="2778005" y="507825"/>
                  </a:lnTo>
                  <a:lnTo>
                    <a:pt x="2785439" y="507405"/>
                  </a:lnTo>
                  <a:lnTo>
                    <a:pt x="2811779" y="497326"/>
                  </a:lnTo>
                  <a:lnTo>
                    <a:pt x="2811786" y="497322"/>
                  </a:lnTo>
                  <a:lnTo>
                    <a:pt x="2811786" y="497323"/>
                  </a:lnTo>
                  <a:lnTo>
                    <a:pt x="2811779" y="497326"/>
                  </a:lnTo>
                  <a:lnTo>
                    <a:pt x="2793022" y="506976"/>
                  </a:lnTo>
                  <a:lnTo>
                    <a:pt x="2785439" y="507405"/>
                  </a:lnTo>
                  <a:lnTo>
                    <a:pt x="2782304" y="508605"/>
                  </a:lnTo>
                  <a:lnTo>
                    <a:pt x="2778005" y="507825"/>
                  </a:lnTo>
                  <a:lnTo>
                    <a:pt x="2770757" y="508235"/>
                  </a:lnTo>
                  <a:lnTo>
                    <a:pt x="2745351" y="501906"/>
                  </a:lnTo>
                  <a:lnTo>
                    <a:pt x="2745347" y="501904"/>
                  </a:lnTo>
                  <a:cubicBezTo>
                    <a:pt x="2716962" y="491615"/>
                    <a:pt x="2691053" y="477900"/>
                    <a:pt x="2668000" y="453514"/>
                  </a:cubicBezTo>
                  <a:cubicBezTo>
                    <a:pt x="2640949" y="424940"/>
                    <a:pt x="2612944" y="392363"/>
                    <a:pt x="2571033" y="380361"/>
                  </a:cubicBezTo>
                  <a:lnTo>
                    <a:pt x="2545006" y="376147"/>
                  </a:lnTo>
                  <a:lnTo>
                    <a:pt x="2518264" y="379791"/>
                  </a:lnTo>
                  <a:lnTo>
                    <a:pt x="2518262" y="379792"/>
                  </a:lnTo>
                  <a:lnTo>
                    <a:pt x="2490550" y="386372"/>
                  </a:lnTo>
                  <a:lnTo>
                    <a:pt x="2463017" y="388434"/>
                  </a:lnTo>
                  <a:lnTo>
                    <a:pt x="2463016" y="388434"/>
                  </a:lnTo>
                  <a:lnTo>
                    <a:pt x="2463015" y="388434"/>
                  </a:lnTo>
                  <a:lnTo>
                    <a:pt x="2435912" y="382603"/>
                  </a:lnTo>
                  <a:lnTo>
                    <a:pt x="2409487" y="365504"/>
                  </a:lnTo>
                  <a:lnTo>
                    <a:pt x="2409484" y="365502"/>
                  </a:lnTo>
                  <a:cubicBezTo>
                    <a:pt x="2390433" y="347975"/>
                    <a:pt x="2364714" y="336735"/>
                    <a:pt x="2334043" y="341117"/>
                  </a:cubicBezTo>
                  <a:cubicBezTo>
                    <a:pt x="2295752" y="346641"/>
                    <a:pt x="2260889" y="332735"/>
                    <a:pt x="2228313" y="312160"/>
                  </a:cubicBezTo>
                  <a:cubicBezTo>
                    <a:pt x="2216691" y="304730"/>
                    <a:pt x="2202403" y="300540"/>
                    <a:pt x="2188878" y="296920"/>
                  </a:cubicBezTo>
                  <a:cubicBezTo>
                    <a:pt x="2157635" y="288537"/>
                    <a:pt x="2126200" y="281107"/>
                    <a:pt x="2094577" y="274249"/>
                  </a:cubicBezTo>
                  <a:cubicBezTo>
                    <a:pt x="2068668" y="268535"/>
                    <a:pt x="2042569" y="264343"/>
                    <a:pt x="2016468" y="259390"/>
                  </a:cubicBezTo>
                  <a:cubicBezTo>
                    <a:pt x="1987893" y="254056"/>
                    <a:pt x="1965223" y="241672"/>
                    <a:pt x="1953412" y="212907"/>
                  </a:cubicBezTo>
                  <a:cubicBezTo>
                    <a:pt x="1949602" y="203763"/>
                    <a:pt x="1940458" y="196522"/>
                    <a:pt x="1933218" y="188902"/>
                  </a:cubicBezTo>
                  <a:cubicBezTo>
                    <a:pt x="1928075" y="183378"/>
                    <a:pt x="1921215" y="179186"/>
                    <a:pt x="1916453" y="173472"/>
                  </a:cubicBezTo>
                  <a:cubicBezTo>
                    <a:pt x="1891496" y="143371"/>
                    <a:pt x="1866921" y="113082"/>
                    <a:pt x="1842157" y="82981"/>
                  </a:cubicBezTo>
                  <a:cubicBezTo>
                    <a:pt x="1839678" y="80123"/>
                    <a:pt x="1837012" y="76694"/>
                    <a:pt x="1833774" y="75360"/>
                  </a:cubicBezTo>
                  <a:cubicBezTo>
                    <a:pt x="1800245" y="61454"/>
                    <a:pt x="1766334" y="48311"/>
                    <a:pt x="1733187" y="33639"/>
                  </a:cubicBezTo>
                  <a:cubicBezTo>
                    <a:pt x="1720422" y="27925"/>
                    <a:pt x="1707278" y="20877"/>
                    <a:pt x="1697752" y="10971"/>
                  </a:cubicBezTo>
                  <a:lnTo>
                    <a:pt x="1687320" y="456"/>
                  </a:lnTo>
                  <a:lnTo>
                    <a:pt x="916806" y="456"/>
                  </a:lnTo>
                  <a:lnTo>
                    <a:pt x="927155" y="9636"/>
                  </a:lnTo>
                  <a:cubicBezTo>
                    <a:pt x="994785" y="53644"/>
                    <a:pt x="1030980" y="52500"/>
                    <a:pt x="1097087" y="6016"/>
                  </a:cubicBezTo>
                  <a:cubicBezTo>
                    <a:pt x="1103945" y="1254"/>
                    <a:pt x="1118613" y="-2176"/>
                    <a:pt x="1123185" y="1634"/>
                  </a:cubicBezTo>
                  <a:cubicBezTo>
                    <a:pt x="1142617" y="17446"/>
                    <a:pt x="1162953" y="24495"/>
                    <a:pt x="1184028" y="26353"/>
                  </a:cubicBezTo>
                  <a:cubicBezTo>
                    <a:pt x="1162953" y="24495"/>
                    <a:pt x="1142616" y="17447"/>
                    <a:pt x="1123184" y="1635"/>
                  </a:cubicBezTo>
                  <a:cubicBezTo>
                    <a:pt x="1118612" y="-2175"/>
                    <a:pt x="1103944" y="1255"/>
                    <a:pt x="1097086" y="6017"/>
                  </a:cubicBezTo>
                  <a:cubicBezTo>
                    <a:pt x="1030979" y="52501"/>
                    <a:pt x="994784" y="53645"/>
                    <a:pt x="927154" y="9637"/>
                  </a:cubicBezTo>
                  <a:lnTo>
                    <a:pt x="916804" y="456"/>
                  </a:lnTo>
                  <a:lnTo>
                    <a:pt x="578772" y="456"/>
                  </a:lnTo>
                  <a:lnTo>
                    <a:pt x="556046" y="6589"/>
                  </a:lnTo>
                  <a:lnTo>
                    <a:pt x="517850" y="15506"/>
                  </a:lnTo>
                  <a:lnTo>
                    <a:pt x="556047" y="6588"/>
                  </a:lnTo>
                  <a:lnTo>
                    <a:pt x="578770" y="456"/>
                  </a:lnTo>
                  <a:lnTo>
                    <a:pt x="0" y="456"/>
                  </a:lnTo>
                  <a:lnTo>
                    <a:pt x="0" y="20445"/>
                  </a:lnTo>
                  <a:lnTo>
                    <a:pt x="0" y="2996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6C93893-18A3-4188-9A31-F2DCE4432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-3011716" y="3011261"/>
              <a:ext cx="6858000" cy="835479"/>
            </a:xfrm>
            <a:custGeom>
              <a:avLst/>
              <a:gdLst>
                <a:gd name="connsiteX0" fmla="*/ 6564619 w 6858000"/>
                <a:gd name="connsiteY0" fmla="*/ 468946 h 835479"/>
                <a:gd name="connsiteX1" fmla="*/ 6564620 w 6858000"/>
                <a:gd name="connsiteY1" fmla="*/ 468946 h 835479"/>
                <a:gd name="connsiteX2" fmla="*/ 6588625 w 6858000"/>
                <a:gd name="connsiteY2" fmla="*/ 491425 h 835479"/>
                <a:gd name="connsiteX3" fmla="*/ 6625224 w 6858000"/>
                <a:gd name="connsiteY3" fmla="*/ 508047 h 835479"/>
                <a:gd name="connsiteX4" fmla="*/ 6662539 w 6858000"/>
                <a:gd name="connsiteY4" fmla="*/ 500953 h 835479"/>
                <a:gd name="connsiteX5" fmla="*/ 6662540 w 6858000"/>
                <a:gd name="connsiteY5" fmla="*/ 500952 h 835479"/>
                <a:gd name="connsiteX6" fmla="*/ 6662543 w 6858000"/>
                <a:gd name="connsiteY6" fmla="*/ 500951 h 835479"/>
                <a:gd name="connsiteX7" fmla="*/ 6683026 w 6858000"/>
                <a:gd name="connsiteY7" fmla="*/ 489501 h 835479"/>
                <a:gd name="connsiteX8" fmla="*/ 6702975 w 6858000"/>
                <a:gd name="connsiteY8" fmla="*/ 486354 h 835479"/>
                <a:gd name="connsiteX9" fmla="*/ 6702976 w 6858000"/>
                <a:gd name="connsiteY9" fmla="*/ 486354 h 835479"/>
                <a:gd name="connsiteX10" fmla="*/ 6742552 w 6858000"/>
                <a:gd name="connsiteY10" fmla="*/ 500190 h 835479"/>
                <a:gd name="connsiteX11" fmla="*/ 6742554 w 6858000"/>
                <a:gd name="connsiteY11" fmla="*/ 500191 h 835479"/>
                <a:gd name="connsiteX12" fmla="*/ 6812061 w 6858000"/>
                <a:gd name="connsiteY12" fmla="*/ 519668 h 835479"/>
                <a:gd name="connsiteX13" fmla="*/ 6776799 w 6858000"/>
                <a:gd name="connsiteY13" fmla="*/ 514894 h 835479"/>
                <a:gd name="connsiteX14" fmla="*/ 6742554 w 6858000"/>
                <a:gd name="connsiteY14" fmla="*/ 500191 h 835479"/>
                <a:gd name="connsiteX15" fmla="*/ 6742551 w 6858000"/>
                <a:gd name="connsiteY15" fmla="*/ 500190 h 835479"/>
                <a:gd name="connsiteX16" fmla="*/ 6702975 w 6858000"/>
                <a:gd name="connsiteY16" fmla="*/ 486354 h 835479"/>
                <a:gd name="connsiteX17" fmla="*/ 6662543 w 6858000"/>
                <a:gd name="connsiteY17" fmla="*/ 500951 h 835479"/>
                <a:gd name="connsiteX18" fmla="*/ 6662541 w 6858000"/>
                <a:gd name="connsiteY18" fmla="*/ 500952 h 835479"/>
                <a:gd name="connsiteX19" fmla="*/ 6662539 w 6858000"/>
                <a:gd name="connsiteY19" fmla="*/ 500953 h 835479"/>
                <a:gd name="connsiteX20" fmla="*/ 6645551 w 6858000"/>
                <a:gd name="connsiteY20" fmla="*/ 508036 h 835479"/>
                <a:gd name="connsiteX21" fmla="*/ 6625224 w 6858000"/>
                <a:gd name="connsiteY21" fmla="*/ 508047 h 835479"/>
                <a:gd name="connsiteX22" fmla="*/ 6625223 w 6858000"/>
                <a:gd name="connsiteY22" fmla="*/ 508047 h 835479"/>
                <a:gd name="connsiteX23" fmla="*/ 6588624 w 6858000"/>
                <a:gd name="connsiteY23" fmla="*/ 491425 h 835479"/>
                <a:gd name="connsiteX24" fmla="*/ 6438980 w 6858000"/>
                <a:gd name="connsiteY24" fmla="*/ 549267 h 835479"/>
                <a:gd name="connsiteX25" fmla="*/ 6463839 w 6858000"/>
                <a:gd name="connsiteY25" fmla="*/ 529336 h 835479"/>
                <a:gd name="connsiteX26" fmla="*/ 6463848 w 6858000"/>
                <a:gd name="connsiteY26" fmla="*/ 529334 h 835479"/>
                <a:gd name="connsiteX27" fmla="*/ 6513011 w 6858000"/>
                <a:gd name="connsiteY27" fmla="*/ 515538 h 835479"/>
                <a:gd name="connsiteX28" fmla="*/ 6546193 w 6858000"/>
                <a:gd name="connsiteY28" fmla="*/ 496733 h 835479"/>
                <a:gd name="connsiteX29" fmla="*/ 6546194 w 6858000"/>
                <a:gd name="connsiteY29" fmla="*/ 496733 h 835479"/>
                <a:gd name="connsiteX30" fmla="*/ 6521803 w 6858000"/>
                <a:gd name="connsiteY30" fmla="*/ 513071 h 835479"/>
                <a:gd name="connsiteX31" fmla="*/ 6513011 w 6858000"/>
                <a:gd name="connsiteY31" fmla="*/ 515538 h 835479"/>
                <a:gd name="connsiteX32" fmla="*/ 6508051 w 6858000"/>
                <a:gd name="connsiteY32" fmla="*/ 518349 h 835479"/>
                <a:gd name="connsiteX33" fmla="*/ 6463848 w 6858000"/>
                <a:gd name="connsiteY33" fmla="*/ 529334 h 835479"/>
                <a:gd name="connsiteX34" fmla="*/ 6463840 w 6858000"/>
                <a:gd name="connsiteY34" fmla="*/ 529336 h 835479"/>
                <a:gd name="connsiteX35" fmla="*/ 6438980 w 6858000"/>
                <a:gd name="connsiteY35" fmla="*/ 549267 h 835479"/>
                <a:gd name="connsiteX36" fmla="*/ 6365203 w 6858000"/>
                <a:gd name="connsiteY36" fmla="*/ 635242 h 835479"/>
                <a:gd name="connsiteX37" fmla="*/ 6387909 w 6858000"/>
                <a:gd name="connsiteY37" fmla="*/ 633959 h 835479"/>
                <a:gd name="connsiteX38" fmla="*/ 6391548 w 6858000"/>
                <a:gd name="connsiteY38" fmla="*/ 632195 h 835479"/>
                <a:gd name="connsiteX39" fmla="*/ 6407331 w 6858000"/>
                <a:gd name="connsiteY39" fmla="*/ 624541 h 835479"/>
                <a:gd name="connsiteX40" fmla="*/ 6407332 w 6858000"/>
                <a:gd name="connsiteY40" fmla="*/ 624541 h 835479"/>
                <a:gd name="connsiteX41" fmla="*/ 6391548 w 6858000"/>
                <a:gd name="connsiteY41" fmla="*/ 632195 h 835479"/>
                <a:gd name="connsiteX42" fmla="*/ 6387909 w 6858000"/>
                <a:gd name="connsiteY42" fmla="*/ 633961 h 835479"/>
                <a:gd name="connsiteX43" fmla="*/ 4221390 w 6858000"/>
                <a:gd name="connsiteY43" fmla="*/ 396172 h 835479"/>
                <a:gd name="connsiteX44" fmla="*/ 4221391 w 6858000"/>
                <a:gd name="connsiteY44" fmla="*/ 396172 h 835479"/>
                <a:gd name="connsiteX45" fmla="*/ 4253014 w 6858000"/>
                <a:gd name="connsiteY45" fmla="*/ 401888 h 835479"/>
                <a:gd name="connsiteX46" fmla="*/ 4324645 w 6858000"/>
                <a:gd name="connsiteY46" fmla="*/ 441704 h 835479"/>
                <a:gd name="connsiteX47" fmla="*/ 4363890 w 6858000"/>
                <a:gd name="connsiteY47" fmla="*/ 450658 h 835479"/>
                <a:gd name="connsiteX48" fmla="*/ 4482003 w 6858000"/>
                <a:gd name="connsiteY48" fmla="*/ 449896 h 835479"/>
                <a:gd name="connsiteX49" fmla="*/ 4659173 w 6858000"/>
                <a:gd name="connsiteY49" fmla="*/ 389886 h 835479"/>
                <a:gd name="connsiteX50" fmla="*/ 4677654 w 6858000"/>
                <a:gd name="connsiteY50" fmla="*/ 381884 h 835479"/>
                <a:gd name="connsiteX51" fmla="*/ 4767763 w 6858000"/>
                <a:gd name="connsiteY51" fmla="*/ 371977 h 835479"/>
                <a:gd name="connsiteX52" fmla="*/ 4800482 w 6858000"/>
                <a:gd name="connsiteY52" fmla="*/ 370668 h 835479"/>
                <a:gd name="connsiteX53" fmla="*/ 4800483 w 6858000"/>
                <a:gd name="connsiteY53" fmla="*/ 370668 h 835479"/>
                <a:gd name="connsiteX54" fmla="*/ 4828916 w 6858000"/>
                <a:gd name="connsiteY54" fmla="*/ 385504 h 835479"/>
                <a:gd name="connsiteX55" fmla="*/ 4863342 w 6858000"/>
                <a:gd name="connsiteY55" fmla="*/ 407685 h 835479"/>
                <a:gd name="connsiteX56" fmla="*/ 4889274 w 6858000"/>
                <a:gd name="connsiteY56" fmla="*/ 415214 h 835479"/>
                <a:gd name="connsiteX57" fmla="*/ 4912167 w 6858000"/>
                <a:gd name="connsiteY57" fmla="*/ 413509 h 835479"/>
                <a:gd name="connsiteX58" fmla="*/ 4933803 w 6858000"/>
                <a:gd name="connsiteY58" fmla="*/ 412107 h 835479"/>
                <a:gd name="connsiteX59" fmla="*/ 4933804 w 6858000"/>
                <a:gd name="connsiteY59" fmla="*/ 412107 h 835479"/>
                <a:gd name="connsiteX60" fmla="*/ 4952672 w 6858000"/>
                <a:gd name="connsiteY60" fmla="*/ 416866 h 835479"/>
                <a:gd name="connsiteX61" fmla="*/ 4957452 w 6858000"/>
                <a:gd name="connsiteY61" fmla="*/ 419659 h 835479"/>
                <a:gd name="connsiteX62" fmla="*/ 4961455 w 6858000"/>
                <a:gd name="connsiteY62" fmla="*/ 420937 h 835479"/>
                <a:gd name="connsiteX63" fmla="*/ 4987037 w 6858000"/>
                <a:gd name="connsiteY63" fmla="*/ 436941 h 835479"/>
                <a:gd name="connsiteX64" fmla="*/ 5041521 w 6858000"/>
                <a:gd name="connsiteY64" fmla="*/ 463420 h 835479"/>
                <a:gd name="connsiteX65" fmla="*/ 5041527 w 6858000"/>
                <a:gd name="connsiteY65" fmla="*/ 463422 h 835479"/>
                <a:gd name="connsiteX66" fmla="*/ 5064789 w 6858000"/>
                <a:gd name="connsiteY66" fmla="*/ 468043 h 835479"/>
                <a:gd name="connsiteX67" fmla="*/ 5070584 w 6858000"/>
                <a:gd name="connsiteY67" fmla="*/ 470217 h 835479"/>
                <a:gd name="connsiteX68" fmla="*/ 5072375 w 6858000"/>
                <a:gd name="connsiteY68" fmla="*/ 470636 h 835479"/>
                <a:gd name="connsiteX69" fmla="*/ 5087443 w 6858000"/>
                <a:gd name="connsiteY69" fmla="*/ 476540 h 835479"/>
                <a:gd name="connsiteX70" fmla="*/ 5133219 w 6858000"/>
                <a:gd name="connsiteY70" fmla="*/ 489567 h 835479"/>
                <a:gd name="connsiteX71" fmla="*/ 5133224 w 6858000"/>
                <a:gd name="connsiteY71" fmla="*/ 489569 h 835479"/>
                <a:gd name="connsiteX72" fmla="*/ 5166112 w 6858000"/>
                <a:gd name="connsiteY72" fmla="*/ 482853 h 835479"/>
                <a:gd name="connsiteX73" fmla="*/ 5166113 w 6858000"/>
                <a:gd name="connsiteY73" fmla="*/ 482853 h 835479"/>
                <a:gd name="connsiteX74" fmla="*/ 5172090 w 6858000"/>
                <a:gd name="connsiteY74" fmla="*/ 483545 h 835479"/>
                <a:gd name="connsiteX75" fmla="*/ 5179067 w 6858000"/>
                <a:gd name="connsiteY75" fmla="*/ 486091 h 835479"/>
                <a:gd name="connsiteX76" fmla="*/ 5229432 w 6858000"/>
                <a:gd name="connsiteY76" fmla="*/ 485925 h 835479"/>
                <a:gd name="connsiteX77" fmla="*/ 5243613 w 6858000"/>
                <a:gd name="connsiteY77" fmla="*/ 478254 h 835479"/>
                <a:gd name="connsiteX78" fmla="*/ 5272795 w 6858000"/>
                <a:gd name="connsiteY78" fmla="*/ 462468 h 835479"/>
                <a:gd name="connsiteX79" fmla="*/ 5312287 w 6858000"/>
                <a:gd name="connsiteY79" fmla="*/ 438565 h 835479"/>
                <a:gd name="connsiteX80" fmla="*/ 5321350 w 6858000"/>
                <a:gd name="connsiteY80" fmla="*/ 437509 h 835479"/>
                <a:gd name="connsiteX81" fmla="*/ 5326162 w 6858000"/>
                <a:gd name="connsiteY81" fmla="*/ 435035 h 835479"/>
                <a:gd name="connsiteX82" fmla="*/ 5355013 w 6858000"/>
                <a:gd name="connsiteY82" fmla="*/ 433589 h 835479"/>
                <a:gd name="connsiteX83" fmla="*/ 5355014 w 6858000"/>
                <a:gd name="connsiteY83" fmla="*/ 433589 h 835479"/>
                <a:gd name="connsiteX84" fmla="*/ 5385384 w 6858000"/>
                <a:gd name="connsiteY84" fmla="*/ 438465 h 835479"/>
                <a:gd name="connsiteX85" fmla="*/ 5425582 w 6858000"/>
                <a:gd name="connsiteY85" fmla="*/ 446656 h 835479"/>
                <a:gd name="connsiteX86" fmla="*/ 5480637 w 6858000"/>
                <a:gd name="connsiteY86" fmla="*/ 458278 h 835479"/>
                <a:gd name="connsiteX87" fmla="*/ 5507667 w 6858000"/>
                <a:gd name="connsiteY87" fmla="*/ 462803 h 835479"/>
                <a:gd name="connsiteX88" fmla="*/ 5531691 w 6858000"/>
                <a:gd name="connsiteY88" fmla="*/ 452184 h 835479"/>
                <a:gd name="connsiteX89" fmla="*/ 5531692 w 6858000"/>
                <a:gd name="connsiteY89" fmla="*/ 452183 h 835479"/>
                <a:gd name="connsiteX90" fmla="*/ 5547577 w 6858000"/>
                <a:gd name="connsiteY90" fmla="*/ 442037 h 835479"/>
                <a:gd name="connsiteX91" fmla="*/ 5547578 w 6858000"/>
                <a:gd name="connsiteY91" fmla="*/ 442037 h 835479"/>
                <a:gd name="connsiteX92" fmla="*/ 5562746 w 6858000"/>
                <a:gd name="connsiteY92" fmla="*/ 451610 h 835479"/>
                <a:gd name="connsiteX93" fmla="*/ 5704483 w 6858000"/>
                <a:gd name="connsiteY93" fmla="*/ 522858 h 835479"/>
                <a:gd name="connsiteX94" fmla="*/ 5740488 w 6858000"/>
                <a:gd name="connsiteY94" fmla="*/ 528765 h 835479"/>
                <a:gd name="connsiteX95" fmla="*/ 5760873 w 6858000"/>
                <a:gd name="connsiteY95" fmla="*/ 537529 h 835479"/>
                <a:gd name="connsiteX96" fmla="*/ 5883751 w 6858000"/>
                <a:gd name="connsiteY96" fmla="*/ 625924 h 835479"/>
                <a:gd name="connsiteX97" fmla="*/ 5883755 w 6858000"/>
                <a:gd name="connsiteY97" fmla="*/ 625926 h 835479"/>
                <a:gd name="connsiteX98" fmla="*/ 5935945 w 6858000"/>
                <a:gd name="connsiteY98" fmla="*/ 643829 h 835479"/>
                <a:gd name="connsiteX99" fmla="*/ 5935949 w 6858000"/>
                <a:gd name="connsiteY99" fmla="*/ 643830 h 835479"/>
                <a:gd name="connsiteX100" fmla="*/ 5993289 w 6858000"/>
                <a:gd name="connsiteY100" fmla="*/ 640211 h 835479"/>
                <a:gd name="connsiteX101" fmla="*/ 5993290 w 6858000"/>
                <a:gd name="connsiteY101" fmla="*/ 640210 h 835479"/>
                <a:gd name="connsiteX102" fmla="*/ 6026439 w 6858000"/>
                <a:gd name="connsiteY102" fmla="*/ 633735 h 835479"/>
                <a:gd name="connsiteX103" fmla="*/ 6108737 w 6858000"/>
                <a:gd name="connsiteY103" fmla="*/ 577534 h 835479"/>
                <a:gd name="connsiteX104" fmla="*/ 6133313 w 6858000"/>
                <a:gd name="connsiteY104" fmla="*/ 563843 h 835479"/>
                <a:gd name="connsiteX105" fmla="*/ 6133314 w 6858000"/>
                <a:gd name="connsiteY105" fmla="*/ 563843 h 835479"/>
                <a:gd name="connsiteX106" fmla="*/ 6143189 w 6858000"/>
                <a:gd name="connsiteY106" fmla="*/ 567542 h 835479"/>
                <a:gd name="connsiteX107" fmla="*/ 6155599 w 6858000"/>
                <a:gd name="connsiteY107" fmla="*/ 579438 h 835479"/>
                <a:gd name="connsiteX108" fmla="*/ 6155602 w 6858000"/>
                <a:gd name="connsiteY108" fmla="*/ 579440 h 835479"/>
                <a:gd name="connsiteX109" fmla="*/ 6228756 w 6858000"/>
                <a:gd name="connsiteY109" fmla="*/ 618111 h 835479"/>
                <a:gd name="connsiteX110" fmla="*/ 6361539 w 6858000"/>
                <a:gd name="connsiteY110" fmla="*/ 635448 h 835479"/>
                <a:gd name="connsiteX111" fmla="*/ 6361538 w 6858000"/>
                <a:gd name="connsiteY111" fmla="*/ 635448 h 835479"/>
                <a:gd name="connsiteX112" fmla="*/ 6228755 w 6858000"/>
                <a:gd name="connsiteY112" fmla="*/ 618111 h 835479"/>
                <a:gd name="connsiteX113" fmla="*/ 6155601 w 6858000"/>
                <a:gd name="connsiteY113" fmla="*/ 579440 h 835479"/>
                <a:gd name="connsiteX114" fmla="*/ 6155599 w 6858000"/>
                <a:gd name="connsiteY114" fmla="*/ 579438 h 835479"/>
                <a:gd name="connsiteX115" fmla="*/ 6133314 w 6858000"/>
                <a:gd name="connsiteY115" fmla="*/ 563843 h 835479"/>
                <a:gd name="connsiteX116" fmla="*/ 6108738 w 6858000"/>
                <a:gd name="connsiteY116" fmla="*/ 577534 h 835479"/>
                <a:gd name="connsiteX117" fmla="*/ 6026440 w 6858000"/>
                <a:gd name="connsiteY117" fmla="*/ 633735 h 835479"/>
                <a:gd name="connsiteX118" fmla="*/ 5993291 w 6858000"/>
                <a:gd name="connsiteY118" fmla="*/ 640210 h 835479"/>
                <a:gd name="connsiteX119" fmla="*/ 5993289 w 6858000"/>
                <a:gd name="connsiteY119" fmla="*/ 640211 h 835479"/>
                <a:gd name="connsiteX120" fmla="*/ 5964476 w 6858000"/>
                <a:gd name="connsiteY120" fmla="*/ 643664 h 835479"/>
                <a:gd name="connsiteX121" fmla="*/ 5935949 w 6858000"/>
                <a:gd name="connsiteY121" fmla="*/ 643830 h 835479"/>
                <a:gd name="connsiteX122" fmla="*/ 5935948 w 6858000"/>
                <a:gd name="connsiteY122" fmla="*/ 643830 h 835479"/>
                <a:gd name="connsiteX123" fmla="*/ 5935945 w 6858000"/>
                <a:gd name="connsiteY123" fmla="*/ 643829 h 835479"/>
                <a:gd name="connsiteX124" fmla="*/ 5909350 w 6858000"/>
                <a:gd name="connsiteY124" fmla="*/ 636949 h 835479"/>
                <a:gd name="connsiteX125" fmla="*/ 5883755 w 6858000"/>
                <a:gd name="connsiteY125" fmla="*/ 625926 h 835479"/>
                <a:gd name="connsiteX126" fmla="*/ 5883750 w 6858000"/>
                <a:gd name="connsiteY126" fmla="*/ 625924 h 835479"/>
                <a:gd name="connsiteX127" fmla="*/ 5760872 w 6858000"/>
                <a:gd name="connsiteY127" fmla="*/ 537529 h 835479"/>
                <a:gd name="connsiteX128" fmla="*/ 5740487 w 6858000"/>
                <a:gd name="connsiteY128" fmla="*/ 528765 h 835479"/>
                <a:gd name="connsiteX129" fmla="*/ 5704482 w 6858000"/>
                <a:gd name="connsiteY129" fmla="*/ 522858 h 835479"/>
                <a:gd name="connsiteX130" fmla="*/ 5562745 w 6858000"/>
                <a:gd name="connsiteY130" fmla="*/ 451610 h 835479"/>
                <a:gd name="connsiteX131" fmla="*/ 5547577 w 6858000"/>
                <a:gd name="connsiteY131" fmla="*/ 442037 h 835479"/>
                <a:gd name="connsiteX132" fmla="*/ 5531693 w 6858000"/>
                <a:gd name="connsiteY132" fmla="*/ 452183 h 835479"/>
                <a:gd name="connsiteX133" fmla="*/ 5531691 w 6858000"/>
                <a:gd name="connsiteY133" fmla="*/ 452184 h 835479"/>
                <a:gd name="connsiteX134" fmla="*/ 5520421 w 6858000"/>
                <a:gd name="connsiteY134" fmla="*/ 460582 h 835479"/>
                <a:gd name="connsiteX135" fmla="*/ 5507667 w 6858000"/>
                <a:gd name="connsiteY135" fmla="*/ 462803 h 835479"/>
                <a:gd name="connsiteX136" fmla="*/ 5507666 w 6858000"/>
                <a:gd name="connsiteY136" fmla="*/ 462803 h 835479"/>
                <a:gd name="connsiteX137" fmla="*/ 5480636 w 6858000"/>
                <a:gd name="connsiteY137" fmla="*/ 458278 h 835479"/>
                <a:gd name="connsiteX138" fmla="*/ 5425581 w 6858000"/>
                <a:gd name="connsiteY138" fmla="*/ 446656 h 835479"/>
                <a:gd name="connsiteX139" fmla="*/ 5385383 w 6858000"/>
                <a:gd name="connsiteY139" fmla="*/ 438465 h 835479"/>
                <a:gd name="connsiteX140" fmla="*/ 5355013 w 6858000"/>
                <a:gd name="connsiteY140" fmla="*/ 433589 h 835479"/>
                <a:gd name="connsiteX141" fmla="*/ 5321350 w 6858000"/>
                <a:gd name="connsiteY141" fmla="*/ 437509 h 835479"/>
                <a:gd name="connsiteX142" fmla="*/ 5272796 w 6858000"/>
                <a:gd name="connsiteY142" fmla="*/ 462468 h 835479"/>
                <a:gd name="connsiteX143" fmla="*/ 5243613 w 6858000"/>
                <a:gd name="connsiteY143" fmla="*/ 478254 h 835479"/>
                <a:gd name="connsiteX144" fmla="*/ 5229433 w 6858000"/>
                <a:gd name="connsiteY144" fmla="*/ 485925 h 835479"/>
                <a:gd name="connsiteX145" fmla="*/ 5179067 w 6858000"/>
                <a:gd name="connsiteY145" fmla="*/ 486091 h 835479"/>
                <a:gd name="connsiteX146" fmla="*/ 5179066 w 6858000"/>
                <a:gd name="connsiteY146" fmla="*/ 486091 h 835479"/>
                <a:gd name="connsiteX147" fmla="*/ 5172089 w 6858000"/>
                <a:gd name="connsiteY147" fmla="*/ 483545 h 835479"/>
                <a:gd name="connsiteX148" fmla="*/ 5166113 w 6858000"/>
                <a:gd name="connsiteY148" fmla="*/ 482853 h 835479"/>
                <a:gd name="connsiteX149" fmla="*/ 5133224 w 6858000"/>
                <a:gd name="connsiteY149" fmla="*/ 489569 h 835479"/>
                <a:gd name="connsiteX150" fmla="*/ 5133223 w 6858000"/>
                <a:gd name="connsiteY150" fmla="*/ 489569 h 835479"/>
                <a:gd name="connsiteX151" fmla="*/ 5133219 w 6858000"/>
                <a:gd name="connsiteY151" fmla="*/ 489567 h 835479"/>
                <a:gd name="connsiteX152" fmla="*/ 5102460 w 6858000"/>
                <a:gd name="connsiteY152" fmla="*/ 482424 h 835479"/>
                <a:gd name="connsiteX153" fmla="*/ 5087443 w 6858000"/>
                <a:gd name="connsiteY153" fmla="*/ 476540 h 835479"/>
                <a:gd name="connsiteX154" fmla="*/ 5087422 w 6858000"/>
                <a:gd name="connsiteY154" fmla="*/ 476534 h 835479"/>
                <a:gd name="connsiteX155" fmla="*/ 5070584 w 6858000"/>
                <a:gd name="connsiteY155" fmla="*/ 470217 h 835479"/>
                <a:gd name="connsiteX156" fmla="*/ 5041527 w 6858000"/>
                <a:gd name="connsiteY156" fmla="*/ 463422 h 835479"/>
                <a:gd name="connsiteX157" fmla="*/ 5041520 w 6858000"/>
                <a:gd name="connsiteY157" fmla="*/ 463420 h 835479"/>
                <a:gd name="connsiteX158" fmla="*/ 4987036 w 6858000"/>
                <a:gd name="connsiteY158" fmla="*/ 436941 h 835479"/>
                <a:gd name="connsiteX159" fmla="*/ 4957452 w 6858000"/>
                <a:gd name="connsiteY159" fmla="*/ 419659 h 835479"/>
                <a:gd name="connsiteX160" fmla="*/ 4933804 w 6858000"/>
                <a:gd name="connsiteY160" fmla="*/ 412107 h 835479"/>
                <a:gd name="connsiteX161" fmla="*/ 4912168 w 6858000"/>
                <a:gd name="connsiteY161" fmla="*/ 413509 h 835479"/>
                <a:gd name="connsiteX162" fmla="*/ 4889275 w 6858000"/>
                <a:gd name="connsiteY162" fmla="*/ 415214 h 835479"/>
                <a:gd name="connsiteX163" fmla="*/ 4889274 w 6858000"/>
                <a:gd name="connsiteY163" fmla="*/ 415214 h 835479"/>
                <a:gd name="connsiteX164" fmla="*/ 4867613 w 6858000"/>
                <a:gd name="connsiteY164" fmla="*/ 410436 h 835479"/>
                <a:gd name="connsiteX165" fmla="*/ 4863342 w 6858000"/>
                <a:gd name="connsiteY165" fmla="*/ 407685 h 835479"/>
                <a:gd name="connsiteX166" fmla="*/ 4857316 w 6858000"/>
                <a:gd name="connsiteY166" fmla="*/ 405935 h 835479"/>
                <a:gd name="connsiteX167" fmla="*/ 4828915 w 6858000"/>
                <a:gd name="connsiteY167" fmla="*/ 385504 h 835479"/>
                <a:gd name="connsiteX168" fmla="*/ 4800482 w 6858000"/>
                <a:gd name="connsiteY168" fmla="*/ 370668 h 835479"/>
                <a:gd name="connsiteX169" fmla="*/ 4767764 w 6858000"/>
                <a:gd name="connsiteY169" fmla="*/ 371977 h 835479"/>
                <a:gd name="connsiteX170" fmla="*/ 4677655 w 6858000"/>
                <a:gd name="connsiteY170" fmla="*/ 381884 h 835479"/>
                <a:gd name="connsiteX171" fmla="*/ 4659174 w 6858000"/>
                <a:gd name="connsiteY171" fmla="*/ 389886 h 835479"/>
                <a:gd name="connsiteX172" fmla="*/ 4482004 w 6858000"/>
                <a:gd name="connsiteY172" fmla="*/ 449896 h 835479"/>
                <a:gd name="connsiteX173" fmla="*/ 4363890 w 6858000"/>
                <a:gd name="connsiteY173" fmla="*/ 450658 h 835479"/>
                <a:gd name="connsiteX174" fmla="*/ 4363889 w 6858000"/>
                <a:gd name="connsiteY174" fmla="*/ 450658 h 835479"/>
                <a:gd name="connsiteX175" fmla="*/ 4324644 w 6858000"/>
                <a:gd name="connsiteY175" fmla="*/ 441704 h 835479"/>
                <a:gd name="connsiteX176" fmla="*/ 4253013 w 6858000"/>
                <a:gd name="connsiteY176" fmla="*/ 401888 h 835479"/>
                <a:gd name="connsiteX177" fmla="*/ 4165382 w 6858000"/>
                <a:gd name="connsiteY177" fmla="*/ 392362 h 835479"/>
                <a:gd name="connsiteX178" fmla="*/ 4165383 w 6858000"/>
                <a:gd name="connsiteY178" fmla="*/ 392362 h 835479"/>
                <a:gd name="connsiteX179" fmla="*/ 4192387 w 6858000"/>
                <a:gd name="connsiteY179" fmla="*/ 396267 h 835479"/>
                <a:gd name="connsiteX180" fmla="*/ 4192386 w 6858000"/>
                <a:gd name="connsiteY180" fmla="*/ 396267 h 835479"/>
                <a:gd name="connsiteX181" fmla="*/ 4165382 w 6858000"/>
                <a:gd name="connsiteY181" fmla="*/ 392362 h 835479"/>
                <a:gd name="connsiteX182" fmla="*/ 3885337 w 6858000"/>
                <a:gd name="connsiteY182" fmla="*/ 379980 h 835479"/>
                <a:gd name="connsiteX183" fmla="*/ 3885338 w 6858000"/>
                <a:gd name="connsiteY183" fmla="*/ 379980 h 835479"/>
                <a:gd name="connsiteX184" fmla="*/ 3885341 w 6858000"/>
                <a:gd name="connsiteY184" fmla="*/ 379982 h 835479"/>
                <a:gd name="connsiteX185" fmla="*/ 3962157 w 6858000"/>
                <a:gd name="connsiteY185" fmla="*/ 411865 h 835479"/>
                <a:gd name="connsiteX186" fmla="*/ 3962159 w 6858000"/>
                <a:gd name="connsiteY186" fmla="*/ 411865 h 835479"/>
                <a:gd name="connsiteX187" fmla="*/ 4043837 w 6858000"/>
                <a:gd name="connsiteY187" fmla="*/ 396173 h 835479"/>
                <a:gd name="connsiteX188" fmla="*/ 4043838 w 6858000"/>
                <a:gd name="connsiteY188" fmla="*/ 396172 h 835479"/>
                <a:gd name="connsiteX189" fmla="*/ 4103824 w 6858000"/>
                <a:gd name="connsiteY189" fmla="*/ 381051 h 835479"/>
                <a:gd name="connsiteX190" fmla="*/ 4103825 w 6858000"/>
                <a:gd name="connsiteY190" fmla="*/ 381051 h 835479"/>
                <a:gd name="connsiteX191" fmla="*/ 4134255 w 6858000"/>
                <a:gd name="connsiteY191" fmla="*/ 383018 h 835479"/>
                <a:gd name="connsiteX192" fmla="*/ 4165381 w 6858000"/>
                <a:gd name="connsiteY192" fmla="*/ 392362 h 835479"/>
                <a:gd name="connsiteX193" fmla="*/ 4103825 w 6858000"/>
                <a:gd name="connsiteY193" fmla="*/ 381051 h 835479"/>
                <a:gd name="connsiteX194" fmla="*/ 4043839 w 6858000"/>
                <a:gd name="connsiteY194" fmla="*/ 396172 h 835479"/>
                <a:gd name="connsiteX195" fmla="*/ 4043837 w 6858000"/>
                <a:gd name="connsiteY195" fmla="*/ 396173 h 835479"/>
                <a:gd name="connsiteX196" fmla="*/ 4002409 w 6858000"/>
                <a:gd name="connsiteY196" fmla="*/ 409475 h 835479"/>
                <a:gd name="connsiteX197" fmla="*/ 3962159 w 6858000"/>
                <a:gd name="connsiteY197" fmla="*/ 411865 h 835479"/>
                <a:gd name="connsiteX198" fmla="*/ 3962158 w 6858000"/>
                <a:gd name="connsiteY198" fmla="*/ 411865 h 835479"/>
                <a:gd name="connsiteX199" fmla="*/ 3962157 w 6858000"/>
                <a:gd name="connsiteY199" fmla="*/ 411865 h 835479"/>
                <a:gd name="connsiteX200" fmla="*/ 3923124 w 6858000"/>
                <a:gd name="connsiteY200" fmla="*/ 402361 h 835479"/>
                <a:gd name="connsiteX201" fmla="*/ 3885341 w 6858000"/>
                <a:gd name="connsiteY201" fmla="*/ 379982 h 835479"/>
                <a:gd name="connsiteX202" fmla="*/ 3669899 w 6858000"/>
                <a:gd name="connsiteY202" fmla="*/ 394577 h 835479"/>
                <a:gd name="connsiteX203" fmla="*/ 3680163 w 6858000"/>
                <a:gd name="connsiteY203" fmla="*/ 397173 h 835479"/>
                <a:gd name="connsiteX204" fmla="*/ 3734836 w 6858000"/>
                <a:gd name="connsiteY204" fmla="*/ 393125 h 835479"/>
                <a:gd name="connsiteX205" fmla="*/ 3734837 w 6858000"/>
                <a:gd name="connsiteY205" fmla="*/ 393125 h 835479"/>
                <a:gd name="connsiteX206" fmla="*/ 3754652 w 6858000"/>
                <a:gd name="connsiteY206" fmla="*/ 393507 h 835479"/>
                <a:gd name="connsiteX207" fmla="*/ 3789775 w 6858000"/>
                <a:gd name="connsiteY207" fmla="*/ 399864 h 835479"/>
                <a:gd name="connsiteX208" fmla="*/ 3822471 w 6858000"/>
                <a:gd name="connsiteY208" fmla="*/ 384932 h 835479"/>
                <a:gd name="connsiteX209" fmla="*/ 3852618 w 6858000"/>
                <a:gd name="connsiteY209" fmla="*/ 370597 h 835479"/>
                <a:gd name="connsiteX210" fmla="*/ 3852619 w 6858000"/>
                <a:gd name="connsiteY210" fmla="*/ 370597 h 835479"/>
                <a:gd name="connsiteX211" fmla="*/ 3868763 w 6858000"/>
                <a:gd name="connsiteY211" fmla="*/ 371377 h 835479"/>
                <a:gd name="connsiteX212" fmla="*/ 3885336 w 6858000"/>
                <a:gd name="connsiteY212" fmla="*/ 379980 h 835479"/>
                <a:gd name="connsiteX213" fmla="*/ 3852619 w 6858000"/>
                <a:gd name="connsiteY213" fmla="*/ 370597 h 835479"/>
                <a:gd name="connsiteX214" fmla="*/ 3822472 w 6858000"/>
                <a:gd name="connsiteY214" fmla="*/ 384932 h 835479"/>
                <a:gd name="connsiteX215" fmla="*/ 3789776 w 6858000"/>
                <a:gd name="connsiteY215" fmla="*/ 399864 h 835479"/>
                <a:gd name="connsiteX216" fmla="*/ 3789775 w 6858000"/>
                <a:gd name="connsiteY216" fmla="*/ 399864 h 835479"/>
                <a:gd name="connsiteX217" fmla="*/ 3754651 w 6858000"/>
                <a:gd name="connsiteY217" fmla="*/ 393507 h 835479"/>
                <a:gd name="connsiteX218" fmla="*/ 3734837 w 6858000"/>
                <a:gd name="connsiteY218" fmla="*/ 393125 h 835479"/>
                <a:gd name="connsiteX219" fmla="*/ 3680163 w 6858000"/>
                <a:gd name="connsiteY219" fmla="*/ 397173 h 835479"/>
                <a:gd name="connsiteX220" fmla="*/ 3680162 w 6858000"/>
                <a:gd name="connsiteY220" fmla="*/ 397173 h 835479"/>
                <a:gd name="connsiteX221" fmla="*/ 2836171 w 6858000"/>
                <a:gd name="connsiteY221" fmla="*/ 465063 h 835479"/>
                <a:gd name="connsiteX222" fmla="*/ 2848792 w 6858000"/>
                <a:gd name="connsiteY222" fmla="*/ 456372 h 835479"/>
                <a:gd name="connsiteX223" fmla="*/ 2897784 w 6858000"/>
                <a:gd name="connsiteY223" fmla="*/ 440769 h 835479"/>
                <a:gd name="connsiteX224" fmla="*/ 2903549 w 6858000"/>
                <a:gd name="connsiteY224" fmla="*/ 439740 h 835479"/>
                <a:gd name="connsiteX225" fmla="*/ 2914327 w 6858000"/>
                <a:gd name="connsiteY225" fmla="*/ 436466 h 835479"/>
                <a:gd name="connsiteX226" fmla="*/ 2947858 w 6858000"/>
                <a:gd name="connsiteY226" fmla="*/ 431835 h 835479"/>
                <a:gd name="connsiteX227" fmla="*/ 2947861 w 6858000"/>
                <a:gd name="connsiteY227" fmla="*/ 431834 h 835479"/>
                <a:gd name="connsiteX228" fmla="*/ 2947862 w 6858000"/>
                <a:gd name="connsiteY228" fmla="*/ 431834 h 835479"/>
                <a:gd name="connsiteX229" fmla="*/ 2982148 w 6858000"/>
                <a:gd name="connsiteY229" fmla="*/ 435418 h 835479"/>
                <a:gd name="connsiteX230" fmla="*/ 3077401 w 6858000"/>
                <a:gd name="connsiteY230" fmla="*/ 447111 h 835479"/>
                <a:gd name="connsiteX231" fmla="*/ 3172653 w 6858000"/>
                <a:gd name="connsiteY231" fmla="*/ 434656 h 835479"/>
                <a:gd name="connsiteX232" fmla="*/ 3489466 w 6858000"/>
                <a:gd name="connsiteY232" fmla="*/ 387029 h 835479"/>
                <a:gd name="connsiteX233" fmla="*/ 3544712 w 6858000"/>
                <a:gd name="connsiteY233" fmla="*/ 364930 h 835479"/>
                <a:gd name="connsiteX234" fmla="*/ 3574407 w 6858000"/>
                <a:gd name="connsiteY234" fmla="*/ 347308 h 835479"/>
                <a:gd name="connsiteX235" fmla="*/ 3574408 w 6858000"/>
                <a:gd name="connsiteY235" fmla="*/ 347308 h 835479"/>
                <a:gd name="connsiteX236" fmla="*/ 3606817 w 6858000"/>
                <a:gd name="connsiteY236" fmla="*/ 359406 h 835479"/>
                <a:gd name="connsiteX237" fmla="*/ 3630632 w 6858000"/>
                <a:gd name="connsiteY237" fmla="*/ 372932 h 835479"/>
                <a:gd name="connsiteX238" fmla="*/ 3651953 w 6858000"/>
                <a:gd name="connsiteY238" fmla="*/ 388826 h 835479"/>
                <a:gd name="connsiteX239" fmla="*/ 3630631 w 6858000"/>
                <a:gd name="connsiteY239" fmla="*/ 372932 h 835479"/>
                <a:gd name="connsiteX240" fmla="*/ 3606816 w 6858000"/>
                <a:gd name="connsiteY240" fmla="*/ 359406 h 835479"/>
                <a:gd name="connsiteX241" fmla="*/ 3587173 w 6858000"/>
                <a:gd name="connsiteY241" fmla="*/ 349660 h 835479"/>
                <a:gd name="connsiteX242" fmla="*/ 3574407 w 6858000"/>
                <a:gd name="connsiteY242" fmla="*/ 347308 h 835479"/>
                <a:gd name="connsiteX243" fmla="*/ 3562320 w 6858000"/>
                <a:gd name="connsiteY243" fmla="*/ 352387 h 835479"/>
                <a:gd name="connsiteX244" fmla="*/ 3544713 w 6858000"/>
                <a:gd name="connsiteY244" fmla="*/ 364930 h 835479"/>
                <a:gd name="connsiteX245" fmla="*/ 3489467 w 6858000"/>
                <a:gd name="connsiteY245" fmla="*/ 387029 h 835479"/>
                <a:gd name="connsiteX246" fmla="*/ 3172654 w 6858000"/>
                <a:gd name="connsiteY246" fmla="*/ 434656 h 835479"/>
                <a:gd name="connsiteX247" fmla="*/ 3077401 w 6858000"/>
                <a:gd name="connsiteY247" fmla="*/ 447111 h 835479"/>
                <a:gd name="connsiteX248" fmla="*/ 3077400 w 6858000"/>
                <a:gd name="connsiteY248" fmla="*/ 447111 h 835479"/>
                <a:gd name="connsiteX249" fmla="*/ 2982147 w 6858000"/>
                <a:gd name="connsiteY249" fmla="*/ 435418 h 835479"/>
                <a:gd name="connsiteX250" fmla="*/ 2947862 w 6858000"/>
                <a:gd name="connsiteY250" fmla="*/ 431834 h 835479"/>
                <a:gd name="connsiteX251" fmla="*/ 2947858 w 6858000"/>
                <a:gd name="connsiteY251" fmla="*/ 431835 h 835479"/>
                <a:gd name="connsiteX252" fmla="*/ 2903549 w 6858000"/>
                <a:gd name="connsiteY252" fmla="*/ 439740 h 835479"/>
                <a:gd name="connsiteX253" fmla="*/ 2848793 w 6858000"/>
                <a:gd name="connsiteY253" fmla="*/ 456372 h 835479"/>
                <a:gd name="connsiteX254" fmla="*/ 2836172 w 6858000"/>
                <a:gd name="connsiteY254" fmla="*/ 465063 h 835479"/>
                <a:gd name="connsiteX255" fmla="*/ 1268757 w 6858000"/>
                <a:gd name="connsiteY255" fmla="*/ 18376 h 835479"/>
                <a:gd name="connsiteX256" fmla="*/ 1286069 w 6858000"/>
                <a:gd name="connsiteY256" fmla="*/ 23543 h 835479"/>
                <a:gd name="connsiteX257" fmla="*/ 1350627 w 6858000"/>
                <a:gd name="connsiteY257" fmla="*/ 45880 h 835479"/>
                <a:gd name="connsiteX258" fmla="*/ 1413839 w 6858000"/>
                <a:gd name="connsiteY258" fmla="*/ 40286 h 835479"/>
                <a:gd name="connsiteX259" fmla="*/ 1350626 w 6858000"/>
                <a:gd name="connsiteY259" fmla="*/ 45881 h 835479"/>
                <a:gd name="connsiteX260" fmla="*/ 1286068 w 6858000"/>
                <a:gd name="connsiteY260" fmla="*/ 23543 h 835479"/>
                <a:gd name="connsiteX261" fmla="*/ 313532 w 6858000"/>
                <a:gd name="connsiteY261" fmla="*/ 14019 h 835479"/>
                <a:gd name="connsiteX262" fmla="*/ 313533 w 6858000"/>
                <a:gd name="connsiteY262" fmla="*/ 14018 h 835479"/>
                <a:gd name="connsiteX263" fmla="*/ 338870 w 6858000"/>
                <a:gd name="connsiteY263" fmla="*/ 13446 h 835479"/>
                <a:gd name="connsiteX264" fmla="*/ 338902 w 6858000"/>
                <a:gd name="connsiteY264" fmla="*/ 13453 h 835479"/>
                <a:gd name="connsiteX265" fmla="*/ 395639 w 6858000"/>
                <a:gd name="connsiteY265" fmla="*/ 23353 h 835479"/>
                <a:gd name="connsiteX266" fmla="*/ 367327 w 6858000"/>
                <a:gd name="connsiteY266" fmla="*/ 19543 h 835479"/>
                <a:gd name="connsiteX267" fmla="*/ 338902 w 6858000"/>
                <a:gd name="connsiteY267" fmla="*/ 13453 h 835479"/>
                <a:gd name="connsiteX268" fmla="*/ 338869 w 6858000"/>
                <a:gd name="connsiteY268" fmla="*/ 13447 h 835479"/>
                <a:gd name="connsiteX269" fmla="*/ 324057 w 6858000"/>
                <a:gd name="connsiteY269" fmla="*/ 11661 h 835479"/>
                <a:gd name="connsiteX270" fmla="*/ 281567 w 6858000"/>
                <a:gd name="connsiteY270" fmla="*/ 36346 h 835479"/>
                <a:gd name="connsiteX271" fmla="*/ 295414 w 6858000"/>
                <a:gd name="connsiteY271" fmla="*/ 31451 h 835479"/>
                <a:gd name="connsiteX272" fmla="*/ 295414 w 6858000"/>
                <a:gd name="connsiteY272" fmla="*/ 31452 h 835479"/>
                <a:gd name="connsiteX273" fmla="*/ 24485 w 6858000"/>
                <a:gd name="connsiteY273" fmla="*/ 23026 h 835479"/>
                <a:gd name="connsiteX274" fmla="*/ 74128 w 6858000"/>
                <a:gd name="connsiteY274" fmla="*/ 20763 h 835479"/>
                <a:gd name="connsiteX275" fmla="*/ 125860 w 6858000"/>
                <a:gd name="connsiteY275" fmla="*/ 26687 h 835479"/>
                <a:gd name="connsiteX276" fmla="*/ 153386 w 6858000"/>
                <a:gd name="connsiteY276" fmla="*/ 31082 h 835479"/>
                <a:gd name="connsiteX277" fmla="*/ 228943 w 6858000"/>
                <a:gd name="connsiteY277" fmla="*/ 39355 h 835479"/>
                <a:gd name="connsiteX278" fmla="*/ 177270 w 6858000"/>
                <a:gd name="connsiteY278" fmla="*/ 34896 h 835479"/>
                <a:gd name="connsiteX279" fmla="*/ 153386 w 6858000"/>
                <a:gd name="connsiteY279" fmla="*/ 31082 h 835479"/>
                <a:gd name="connsiteX280" fmla="*/ 151568 w 6858000"/>
                <a:gd name="connsiteY280" fmla="*/ 30883 h 835479"/>
                <a:gd name="connsiteX281" fmla="*/ 74128 w 6858000"/>
                <a:gd name="connsiteY281" fmla="*/ 20764 h 835479"/>
                <a:gd name="connsiteX282" fmla="*/ 0 w 6858000"/>
                <a:gd name="connsiteY282" fmla="*/ 29969 h 835479"/>
                <a:gd name="connsiteX283" fmla="*/ 0 w 6858000"/>
                <a:gd name="connsiteY283" fmla="*/ 494077 h 835479"/>
                <a:gd name="connsiteX284" fmla="*/ 2816 w 6858000"/>
                <a:gd name="connsiteY284" fmla="*/ 492950 h 835479"/>
                <a:gd name="connsiteX285" fmla="*/ 63586 w 6858000"/>
                <a:gd name="connsiteY285" fmla="*/ 478851 h 835479"/>
                <a:gd name="connsiteX286" fmla="*/ 176938 w 6858000"/>
                <a:gd name="connsiteY286" fmla="*/ 464945 h 835479"/>
                <a:gd name="connsiteX287" fmla="*/ 200181 w 6858000"/>
                <a:gd name="connsiteY287" fmla="*/ 456943 h 835479"/>
                <a:gd name="connsiteX288" fmla="*/ 340773 w 6858000"/>
                <a:gd name="connsiteY288" fmla="*/ 419031 h 835479"/>
                <a:gd name="connsiteX289" fmla="*/ 453363 w 6858000"/>
                <a:gd name="connsiteY289" fmla="*/ 419796 h 835479"/>
                <a:gd name="connsiteX290" fmla="*/ 462125 w 6858000"/>
                <a:gd name="connsiteY290" fmla="*/ 421510 h 835479"/>
                <a:gd name="connsiteX291" fmla="*/ 505181 w 6858000"/>
                <a:gd name="connsiteY291" fmla="*/ 434082 h 835479"/>
                <a:gd name="connsiteX292" fmla="*/ 571859 w 6858000"/>
                <a:gd name="connsiteY292" fmla="*/ 430654 h 835479"/>
                <a:gd name="connsiteX293" fmla="*/ 617771 w 6858000"/>
                <a:gd name="connsiteY293" fmla="*/ 413317 h 835479"/>
                <a:gd name="connsiteX294" fmla="*/ 674922 w 6858000"/>
                <a:gd name="connsiteY294" fmla="*/ 412555 h 835479"/>
                <a:gd name="connsiteX295" fmla="*/ 740267 w 6858000"/>
                <a:gd name="connsiteY295" fmla="*/ 423414 h 835479"/>
                <a:gd name="connsiteX296" fmla="*/ 769604 w 6858000"/>
                <a:gd name="connsiteY296" fmla="*/ 425700 h 835479"/>
                <a:gd name="connsiteX297" fmla="*/ 850188 w 6858000"/>
                <a:gd name="connsiteY297" fmla="*/ 448180 h 835479"/>
                <a:gd name="connsiteX298" fmla="*/ 898197 w 6858000"/>
                <a:gd name="connsiteY298" fmla="*/ 442656 h 835479"/>
                <a:gd name="connsiteX299" fmla="*/ 945443 w 6858000"/>
                <a:gd name="connsiteY299" fmla="*/ 427796 h 835479"/>
                <a:gd name="connsiteX300" fmla="*/ 975732 w 6858000"/>
                <a:gd name="connsiteY300" fmla="*/ 413507 h 835479"/>
                <a:gd name="connsiteX301" fmla="*/ 1036886 w 6858000"/>
                <a:gd name="connsiteY301" fmla="*/ 403411 h 835479"/>
                <a:gd name="connsiteX302" fmla="*/ 1048124 w 6858000"/>
                <a:gd name="connsiteY302" fmla="*/ 404935 h 835479"/>
                <a:gd name="connsiteX303" fmla="*/ 1230632 w 6858000"/>
                <a:gd name="connsiteY303" fmla="*/ 417509 h 835479"/>
                <a:gd name="connsiteX304" fmla="*/ 1303023 w 6858000"/>
                <a:gd name="connsiteY304" fmla="*/ 437702 h 835479"/>
                <a:gd name="connsiteX305" fmla="*/ 1318455 w 6858000"/>
                <a:gd name="connsiteY305" fmla="*/ 440178 h 835479"/>
                <a:gd name="connsiteX306" fmla="*/ 1472574 w 6858000"/>
                <a:gd name="connsiteY306" fmla="*/ 462849 h 835479"/>
                <a:gd name="connsiteX307" fmla="*/ 1489719 w 6858000"/>
                <a:gd name="connsiteY307" fmla="*/ 463801 h 835479"/>
                <a:gd name="connsiteX308" fmla="*/ 1537536 w 6858000"/>
                <a:gd name="connsiteY308" fmla="*/ 459801 h 835479"/>
                <a:gd name="connsiteX309" fmla="*/ 1650316 w 6858000"/>
                <a:gd name="connsiteY309" fmla="*/ 500950 h 835479"/>
                <a:gd name="connsiteX310" fmla="*/ 1763286 w 6858000"/>
                <a:gd name="connsiteY310" fmla="*/ 515049 h 835479"/>
                <a:gd name="connsiteX311" fmla="*/ 1825392 w 6858000"/>
                <a:gd name="connsiteY311" fmla="*/ 514857 h 835479"/>
                <a:gd name="connsiteX312" fmla="*/ 1869779 w 6858000"/>
                <a:gd name="connsiteY312" fmla="*/ 524955 h 835479"/>
                <a:gd name="connsiteX313" fmla="*/ 1978939 w 6858000"/>
                <a:gd name="connsiteY313" fmla="*/ 555626 h 835479"/>
                <a:gd name="connsiteX314" fmla="*/ 2030377 w 6858000"/>
                <a:gd name="connsiteY314" fmla="*/ 560388 h 835479"/>
                <a:gd name="connsiteX315" fmla="*/ 2085053 w 6858000"/>
                <a:gd name="connsiteY315" fmla="*/ 570677 h 835479"/>
                <a:gd name="connsiteX316" fmla="*/ 2220311 w 6858000"/>
                <a:gd name="connsiteY316" fmla="*/ 616778 h 835479"/>
                <a:gd name="connsiteX317" fmla="*/ 2330805 w 6858000"/>
                <a:gd name="connsiteY317" fmla="*/ 614112 h 835479"/>
                <a:gd name="connsiteX318" fmla="*/ 2401291 w 6858000"/>
                <a:gd name="connsiteY318" fmla="*/ 614682 h 835479"/>
                <a:gd name="connsiteX319" fmla="*/ 2485306 w 6858000"/>
                <a:gd name="connsiteY319" fmla="*/ 629923 h 835479"/>
                <a:gd name="connsiteX320" fmla="*/ 2554078 w 6858000"/>
                <a:gd name="connsiteY320" fmla="*/ 652213 h 835479"/>
                <a:gd name="connsiteX321" fmla="*/ 2649142 w 6858000"/>
                <a:gd name="connsiteY321" fmla="*/ 669930 h 835479"/>
                <a:gd name="connsiteX322" fmla="*/ 2743825 w 6858000"/>
                <a:gd name="connsiteY322" fmla="*/ 704031 h 835479"/>
                <a:gd name="connsiteX323" fmla="*/ 2809929 w 6858000"/>
                <a:gd name="connsiteY323" fmla="*/ 730130 h 835479"/>
                <a:gd name="connsiteX324" fmla="*/ 2901942 w 6858000"/>
                <a:gd name="connsiteY324" fmla="*/ 753181 h 835479"/>
                <a:gd name="connsiteX325" fmla="*/ 3042727 w 6858000"/>
                <a:gd name="connsiteY325" fmla="*/ 769373 h 835479"/>
                <a:gd name="connsiteX326" fmla="*/ 3107499 w 6858000"/>
                <a:gd name="connsiteY326" fmla="*/ 771089 h 835479"/>
                <a:gd name="connsiteX327" fmla="*/ 3209992 w 6858000"/>
                <a:gd name="connsiteY327" fmla="*/ 808998 h 835479"/>
                <a:gd name="connsiteX328" fmla="*/ 3253808 w 6858000"/>
                <a:gd name="connsiteY328" fmla="*/ 827287 h 835479"/>
                <a:gd name="connsiteX329" fmla="*/ 3293243 w 6858000"/>
                <a:gd name="connsiteY329" fmla="*/ 812047 h 835479"/>
                <a:gd name="connsiteX330" fmla="*/ 3318770 w 6858000"/>
                <a:gd name="connsiteY330" fmla="*/ 794520 h 835479"/>
                <a:gd name="connsiteX331" fmla="*/ 3399545 w 6858000"/>
                <a:gd name="connsiteY331" fmla="*/ 809381 h 835479"/>
                <a:gd name="connsiteX332" fmla="*/ 3485274 w 6858000"/>
                <a:gd name="connsiteY332" fmla="*/ 825001 h 835479"/>
                <a:gd name="connsiteX333" fmla="*/ 3546616 w 6858000"/>
                <a:gd name="connsiteY333" fmla="*/ 835479 h 835479"/>
                <a:gd name="connsiteX334" fmla="*/ 3623200 w 6858000"/>
                <a:gd name="connsiteY334" fmla="*/ 827097 h 835479"/>
                <a:gd name="connsiteX335" fmla="*/ 3683590 w 6858000"/>
                <a:gd name="connsiteY335" fmla="*/ 823669 h 835479"/>
                <a:gd name="connsiteX336" fmla="*/ 3732360 w 6858000"/>
                <a:gd name="connsiteY336" fmla="*/ 813953 h 835479"/>
                <a:gd name="connsiteX337" fmla="*/ 3749505 w 6858000"/>
                <a:gd name="connsiteY337" fmla="*/ 808236 h 835479"/>
                <a:gd name="connsiteX338" fmla="*/ 3885337 w 6858000"/>
                <a:gd name="connsiteY338" fmla="*/ 763659 h 835479"/>
                <a:gd name="connsiteX339" fmla="*/ 4030502 w 6858000"/>
                <a:gd name="connsiteY339" fmla="*/ 728034 h 835479"/>
                <a:gd name="connsiteX340" fmla="*/ 4124613 w 6858000"/>
                <a:gd name="connsiteY340" fmla="*/ 750515 h 835479"/>
                <a:gd name="connsiteX341" fmla="*/ 4159666 w 6858000"/>
                <a:gd name="connsiteY341" fmla="*/ 750133 h 835479"/>
                <a:gd name="connsiteX342" fmla="*/ 4320836 w 6858000"/>
                <a:gd name="connsiteY342" fmla="*/ 755277 h 835479"/>
                <a:gd name="connsiteX343" fmla="*/ 4349221 w 6858000"/>
                <a:gd name="connsiteY343" fmla="*/ 760801 h 835479"/>
                <a:gd name="connsiteX344" fmla="*/ 4502578 w 6858000"/>
                <a:gd name="connsiteY344" fmla="*/ 738130 h 835479"/>
                <a:gd name="connsiteX345" fmla="*/ 4558206 w 6858000"/>
                <a:gd name="connsiteY345" fmla="*/ 734320 h 835479"/>
                <a:gd name="connsiteX346" fmla="*/ 4609451 w 6858000"/>
                <a:gd name="connsiteY346" fmla="*/ 728034 h 835479"/>
                <a:gd name="connsiteX347" fmla="*/ 4681082 w 6858000"/>
                <a:gd name="connsiteY347" fmla="*/ 726510 h 835479"/>
                <a:gd name="connsiteX348" fmla="*/ 4755380 w 6858000"/>
                <a:gd name="connsiteY348" fmla="*/ 729368 h 835479"/>
                <a:gd name="connsiteX349" fmla="*/ 4838249 w 6858000"/>
                <a:gd name="connsiteY349" fmla="*/ 728796 h 835479"/>
                <a:gd name="connsiteX350" fmla="*/ 4871018 w 6858000"/>
                <a:gd name="connsiteY350" fmla="*/ 723844 h 835479"/>
                <a:gd name="connsiteX351" fmla="*/ 4959601 w 6858000"/>
                <a:gd name="connsiteY351" fmla="*/ 727272 h 835479"/>
                <a:gd name="connsiteX352" fmla="*/ 5006085 w 6858000"/>
                <a:gd name="connsiteY352" fmla="*/ 721558 h 835479"/>
                <a:gd name="connsiteX353" fmla="*/ 5082669 w 6858000"/>
                <a:gd name="connsiteY353" fmla="*/ 720414 h 835479"/>
                <a:gd name="connsiteX354" fmla="*/ 5107626 w 6858000"/>
                <a:gd name="connsiteY354" fmla="*/ 719079 h 835479"/>
                <a:gd name="connsiteX355" fmla="*/ 5129915 w 6858000"/>
                <a:gd name="connsiteY355" fmla="*/ 718317 h 835479"/>
                <a:gd name="connsiteX356" fmla="*/ 5206307 w 6858000"/>
                <a:gd name="connsiteY356" fmla="*/ 733940 h 835479"/>
                <a:gd name="connsiteX357" fmla="*/ 5274128 w 6858000"/>
                <a:gd name="connsiteY357" fmla="*/ 734892 h 835479"/>
                <a:gd name="connsiteX358" fmla="*/ 5393004 w 6858000"/>
                <a:gd name="connsiteY358" fmla="*/ 747466 h 835479"/>
                <a:gd name="connsiteX359" fmla="*/ 5419294 w 6858000"/>
                <a:gd name="connsiteY359" fmla="*/ 743084 h 835479"/>
                <a:gd name="connsiteX360" fmla="*/ 5501593 w 6858000"/>
                <a:gd name="connsiteY360" fmla="*/ 741370 h 835479"/>
                <a:gd name="connsiteX361" fmla="*/ 5548459 w 6858000"/>
                <a:gd name="connsiteY361" fmla="*/ 740036 h 835479"/>
                <a:gd name="connsiteX362" fmla="*/ 5606371 w 6858000"/>
                <a:gd name="connsiteY362" fmla="*/ 749180 h 835479"/>
                <a:gd name="connsiteX363" fmla="*/ 5706958 w 6858000"/>
                <a:gd name="connsiteY363" fmla="*/ 768611 h 835479"/>
                <a:gd name="connsiteX364" fmla="*/ 5733439 w 6858000"/>
                <a:gd name="connsiteY364" fmla="*/ 771659 h 835479"/>
                <a:gd name="connsiteX365" fmla="*/ 5781829 w 6858000"/>
                <a:gd name="connsiteY365" fmla="*/ 780996 h 835479"/>
                <a:gd name="connsiteX366" fmla="*/ 5790591 w 6858000"/>
                <a:gd name="connsiteY366" fmla="*/ 782710 h 835479"/>
                <a:gd name="connsiteX367" fmla="*/ 5864317 w 6858000"/>
                <a:gd name="connsiteY367" fmla="*/ 806332 h 835479"/>
                <a:gd name="connsiteX368" fmla="*/ 5902609 w 6858000"/>
                <a:gd name="connsiteY368" fmla="*/ 808236 h 835479"/>
                <a:gd name="connsiteX369" fmla="*/ 6012722 w 6858000"/>
                <a:gd name="connsiteY369" fmla="*/ 808428 h 835479"/>
                <a:gd name="connsiteX370" fmla="*/ 6059396 w 6858000"/>
                <a:gd name="connsiteY370" fmla="*/ 804808 h 835479"/>
                <a:gd name="connsiteX371" fmla="*/ 6171604 w 6858000"/>
                <a:gd name="connsiteY371" fmla="*/ 790902 h 835479"/>
                <a:gd name="connsiteX372" fmla="*/ 6242092 w 6858000"/>
                <a:gd name="connsiteY372" fmla="*/ 784044 h 835479"/>
                <a:gd name="connsiteX373" fmla="*/ 6323057 w 6858000"/>
                <a:gd name="connsiteY373" fmla="*/ 773183 h 835479"/>
                <a:gd name="connsiteX374" fmla="*/ 6415832 w 6858000"/>
                <a:gd name="connsiteY374" fmla="*/ 766325 h 835479"/>
                <a:gd name="connsiteX375" fmla="*/ 6584811 w 6858000"/>
                <a:gd name="connsiteY375" fmla="*/ 745560 h 835479"/>
                <a:gd name="connsiteX376" fmla="*/ 6748457 w 6858000"/>
                <a:gd name="connsiteY376" fmla="*/ 724034 h 835479"/>
                <a:gd name="connsiteX377" fmla="*/ 6815515 w 6858000"/>
                <a:gd name="connsiteY377" fmla="*/ 704983 h 835479"/>
                <a:gd name="connsiteX378" fmla="*/ 6858000 w 6858000"/>
                <a:gd name="connsiteY378" fmla="*/ 695283 h 835479"/>
                <a:gd name="connsiteX379" fmla="*/ 6858000 w 6858000"/>
                <a:gd name="connsiteY379" fmla="*/ 456 h 835479"/>
                <a:gd name="connsiteX380" fmla="*/ 1687322 w 6858000"/>
                <a:gd name="connsiteY380" fmla="*/ 456 h 835479"/>
                <a:gd name="connsiteX381" fmla="*/ 1697753 w 6858000"/>
                <a:gd name="connsiteY381" fmla="*/ 10970 h 835479"/>
                <a:gd name="connsiteX382" fmla="*/ 1733188 w 6858000"/>
                <a:gd name="connsiteY382" fmla="*/ 33639 h 835479"/>
                <a:gd name="connsiteX383" fmla="*/ 1833775 w 6858000"/>
                <a:gd name="connsiteY383" fmla="*/ 75360 h 835479"/>
                <a:gd name="connsiteX384" fmla="*/ 1842158 w 6858000"/>
                <a:gd name="connsiteY384" fmla="*/ 82981 h 835479"/>
                <a:gd name="connsiteX385" fmla="*/ 1916454 w 6858000"/>
                <a:gd name="connsiteY385" fmla="*/ 173472 h 835479"/>
                <a:gd name="connsiteX386" fmla="*/ 1933219 w 6858000"/>
                <a:gd name="connsiteY386" fmla="*/ 188902 h 835479"/>
                <a:gd name="connsiteX387" fmla="*/ 1953413 w 6858000"/>
                <a:gd name="connsiteY387" fmla="*/ 212907 h 835479"/>
                <a:gd name="connsiteX388" fmla="*/ 2016469 w 6858000"/>
                <a:gd name="connsiteY388" fmla="*/ 259390 h 835479"/>
                <a:gd name="connsiteX389" fmla="*/ 2094578 w 6858000"/>
                <a:gd name="connsiteY389" fmla="*/ 274249 h 835479"/>
                <a:gd name="connsiteX390" fmla="*/ 2188879 w 6858000"/>
                <a:gd name="connsiteY390" fmla="*/ 296920 h 835479"/>
                <a:gd name="connsiteX391" fmla="*/ 2228314 w 6858000"/>
                <a:gd name="connsiteY391" fmla="*/ 312160 h 835479"/>
                <a:gd name="connsiteX392" fmla="*/ 2334044 w 6858000"/>
                <a:gd name="connsiteY392" fmla="*/ 341117 h 835479"/>
                <a:gd name="connsiteX393" fmla="*/ 2409485 w 6858000"/>
                <a:gd name="connsiteY393" fmla="*/ 365502 h 835479"/>
                <a:gd name="connsiteX394" fmla="*/ 2409487 w 6858000"/>
                <a:gd name="connsiteY394" fmla="*/ 365504 h 835479"/>
                <a:gd name="connsiteX395" fmla="*/ 2463015 w 6858000"/>
                <a:gd name="connsiteY395" fmla="*/ 388434 h 835479"/>
                <a:gd name="connsiteX396" fmla="*/ 2463017 w 6858000"/>
                <a:gd name="connsiteY396" fmla="*/ 388434 h 835479"/>
                <a:gd name="connsiteX397" fmla="*/ 2518262 w 6858000"/>
                <a:gd name="connsiteY397" fmla="*/ 379792 h 835479"/>
                <a:gd name="connsiteX398" fmla="*/ 2518263 w 6858000"/>
                <a:gd name="connsiteY398" fmla="*/ 379791 h 835479"/>
                <a:gd name="connsiteX399" fmla="*/ 2545005 w 6858000"/>
                <a:gd name="connsiteY399" fmla="*/ 376147 h 835479"/>
                <a:gd name="connsiteX400" fmla="*/ 2545006 w 6858000"/>
                <a:gd name="connsiteY400" fmla="*/ 376147 h 835479"/>
                <a:gd name="connsiteX401" fmla="*/ 2571034 w 6858000"/>
                <a:gd name="connsiteY401" fmla="*/ 380361 h 835479"/>
                <a:gd name="connsiteX402" fmla="*/ 2668001 w 6858000"/>
                <a:gd name="connsiteY402" fmla="*/ 453514 h 835479"/>
                <a:gd name="connsiteX403" fmla="*/ 2745348 w 6858000"/>
                <a:gd name="connsiteY403" fmla="*/ 501904 h 835479"/>
                <a:gd name="connsiteX404" fmla="*/ 2745351 w 6858000"/>
                <a:gd name="connsiteY404" fmla="*/ 501906 h 835479"/>
                <a:gd name="connsiteX405" fmla="*/ 2778005 w 6858000"/>
                <a:gd name="connsiteY405" fmla="*/ 507825 h 835479"/>
                <a:gd name="connsiteX406" fmla="*/ 2785439 w 6858000"/>
                <a:gd name="connsiteY406" fmla="*/ 507405 h 835479"/>
                <a:gd name="connsiteX407" fmla="*/ 2811779 w 6858000"/>
                <a:gd name="connsiteY407" fmla="*/ 497326 h 835479"/>
                <a:gd name="connsiteX408" fmla="*/ 2811786 w 6858000"/>
                <a:gd name="connsiteY408" fmla="*/ 497322 h 835479"/>
                <a:gd name="connsiteX409" fmla="*/ 2811786 w 6858000"/>
                <a:gd name="connsiteY409" fmla="*/ 497323 h 835479"/>
                <a:gd name="connsiteX410" fmla="*/ 2811779 w 6858000"/>
                <a:gd name="connsiteY410" fmla="*/ 497326 h 835479"/>
                <a:gd name="connsiteX411" fmla="*/ 2793022 w 6858000"/>
                <a:gd name="connsiteY411" fmla="*/ 506976 h 835479"/>
                <a:gd name="connsiteX412" fmla="*/ 2785439 w 6858000"/>
                <a:gd name="connsiteY412" fmla="*/ 507405 h 835479"/>
                <a:gd name="connsiteX413" fmla="*/ 2782304 w 6858000"/>
                <a:gd name="connsiteY413" fmla="*/ 508605 h 835479"/>
                <a:gd name="connsiteX414" fmla="*/ 2778005 w 6858000"/>
                <a:gd name="connsiteY414" fmla="*/ 507825 h 835479"/>
                <a:gd name="connsiteX415" fmla="*/ 2770757 w 6858000"/>
                <a:gd name="connsiteY415" fmla="*/ 508235 h 835479"/>
                <a:gd name="connsiteX416" fmla="*/ 2745351 w 6858000"/>
                <a:gd name="connsiteY416" fmla="*/ 501906 h 835479"/>
                <a:gd name="connsiteX417" fmla="*/ 2745347 w 6858000"/>
                <a:gd name="connsiteY417" fmla="*/ 501904 h 835479"/>
                <a:gd name="connsiteX418" fmla="*/ 2668000 w 6858000"/>
                <a:gd name="connsiteY418" fmla="*/ 453514 h 835479"/>
                <a:gd name="connsiteX419" fmla="*/ 2571033 w 6858000"/>
                <a:gd name="connsiteY419" fmla="*/ 380361 h 835479"/>
                <a:gd name="connsiteX420" fmla="*/ 2545006 w 6858000"/>
                <a:gd name="connsiteY420" fmla="*/ 376147 h 835479"/>
                <a:gd name="connsiteX421" fmla="*/ 2518264 w 6858000"/>
                <a:gd name="connsiteY421" fmla="*/ 379791 h 835479"/>
                <a:gd name="connsiteX422" fmla="*/ 2518262 w 6858000"/>
                <a:gd name="connsiteY422" fmla="*/ 379792 h 835479"/>
                <a:gd name="connsiteX423" fmla="*/ 2490550 w 6858000"/>
                <a:gd name="connsiteY423" fmla="*/ 386372 h 835479"/>
                <a:gd name="connsiteX424" fmla="*/ 2463017 w 6858000"/>
                <a:gd name="connsiteY424" fmla="*/ 388434 h 835479"/>
                <a:gd name="connsiteX425" fmla="*/ 2463016 w 6858000"/>
                <a:gd name="connsiteY425" fmla="*/ 388434 h 835479"/>
                <a:gd name="connsiteX426" fmla="*/ 2463015 w 6858000"/>
                <a:gd name="connsiteY426" fmla="*/ 388434 h 835479"/>
                <a:gd name="connsiteX427" fmla="*/ 2435912 w 6858000"/>
                <a:gd name="connsiteY427" fmla="*/ 382603 h 835479"/>
                <a:gd name="connsiteX428" fmla="*/ 2409487 w 6858000"/>
                <a:gd name="connsiteY428" fmla="*/ 365504 h 835479"/>
                <a:gd name="connsiteX429" fmla="*/ 2409484 w 6858000"/>
                <a:gd name="connsiteY429" fmla="*/ 365502 h 835479"/>
                <a:gd name="connsiteX430" fmla="*/ 2334043 w 6858000"/>
                <a:gd name="connsiteY430" fmla="*/ 341117 h 835479"/>
                <a:gd name="connsiteX431" fmla="*/ 2228313 w 6858000"/>
                <a:gd name="connsiteY431" fmla="*/ 312160 h 835479"/>
                <a:gd name="connsiteX432" fmla="*/ 2188878 w 6858000"/>
                <a:gd name="connsiteY432" fmla="*/ 296920 h 835479"/>
                <a:gd name="connsiteX433" fmla="*/ 2094577 w 6858000"/>
                <a:gd name="connsiteY433" fmla="*/ 274249 h 835479"/>
                <a:gd name="connsiteX434" fmla="*/ 2016468 w 6858000"/>
                <a:gd name="connsiteY434" fmla="*/ 259390 h 835479"/>
                <a:gd name="connsiteX435" fmla="*/ 1953412 w 6858000"/>
                <a:gd name="connsiteY435" fmla="*/ 212907 h 835479"/>
                <a:gd name="connsiteX436" fmla="*/ 1933218 w 6858000"/>
                <a:gd name="connsiteY436" fmla="*/ 188902 h 835479"/>
                <a:gd name="connsiteX437" fmla="*/ 1916453 w 6858000"/>
                <a:gd name="connsiteY437" fmla="*/ 173472 h 835479"/>
                <a:gd name="connsiteX438" fmla="*/ 1842157 w 6858000"/>
                <a:gd name="connsiteY438" fmla="*/ 82981 h 835479"/>
                <a:gd name="connsiteX439" fmla="*/ 1833774 w 6858000"/>
                <a:gd name="connsiteY439" fmla="*/ 75360 h 835479"/>
                <a:gd name="connsiteX440" fmla="*/ 1733187 w 6858000"/>
                <a:gd name="connsiteY440" fmla="*/ 33639 h 835479"/>
                <a:gd name="connsiteX441" fmla="*/ 1697752 w 6858000"/>
                <a:gd name="connsiteY441" fmla="*/ 10971 h 835479"/>
                <a:gd name="connsiteX442" fmla="*/ 1687320 w 6858000"/>
                <a:gd name="connsiteY442" fmla="*/ 456 h 835479"/>
                <a:gd name="connsiteX443" fmla="*/ 916806 w 6858000"/>
                <a:gd name="connsiteY443" fmla="*/ 456 h 835479"/>
                <a:gd name="connsiteX444" fmla="*/ 927155 w 6858000"/>
                <a:gd name="connsiteY444" fmla="*/ 9636 h 835479"/>
                <a:gd name="connsiteX445" fmla="*/ 1097087 w 6858000"/>
                <a:gd name="connsiteY445" fmla="*/ 6016 h 835479"/>
                <a:gd name="connsiteX446" fmla="*/ 1123185 w 6858000"/>
                <a:gd name="connsiteY446" fmla="*/ 1634 h 835479"/>
                <a:gd name="connsiteX447" fmla="*/ 1184028 w 6858000"/>
                <a:gd name="connsiteY447" fmla="*/ 26353 h 835479"/>
                <a:gd name="connsiteX448" fmla="*/ 1123184 w 6858000"/>
                <a:gd name="connsiteY448" fmla="*/ 1635 h 835479"/>
                <a:gd name="connsiteX449" fmla="*/ 1097086 w 6858000"/>
                <a:gd name="connsiteY449" fmla="*/ 6017 h 835479"/>
                <a:gd name="connsiteX450" fmla="*/ 927154 w 6858000"/>
                <a:gd name="connsiteY450" fmla="*/ 9637 h 835479"/>
                <a:gd name="connsiteX451" fmla="*/ 916804 w 6858000"/>
                <a:gd name="connsiteY451" fmla="*/ 456 h 835479"/>
                <a:gd name="connsiteX452" fmla="*/ 578772 w 6858000"/>
                <a:gd name="connsiteY452" fmla="*/ 456 h 835479"/>
                <a:gd name="connsiteX453" fmla="*/ 556046 w 6858000"/>
                <a:gd name="connsiteY453" fmla="*/ 6589 h 835479"/>
                <a:gd name="connsiteX454" fmla="*/ 517850 w 6858000"/>
                <a:gd name="connsiteY454" fmla="*/ 15506 h 835479"/>
                <a:gd name="connsiteX455" fmla="*/ 556047 w 6858000"/>
                <a:gd name="connsiteY455" fmla="*/ 6588 h 835479"/>
                <a:gd name="connsiteX456" fmla="*/ 578770 w 6858000"/>
                <a:gd name="connsiteY456" fmla="*/ 456 h 835479"/>
                <a:gd name="connsiteX457" fmla="*/ 0 w 6858000"/>
                <a:gd name="connsiteY457" fmla="*/ 456 h 835479"/>
                <a:gd name="connsiteX458" fmla="*/ 0 w 6858000"/>
                <a:gd name="connsiteY458" fmla="*/ 20445 h 835479"/>
                <a:gd name="connsiteX459" fmla="*/ 0 w 6858000"/>
                <a:gd name="connsiteY459" fmla="*/ 29969 h 835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</a:cxnLst>
              <a:rect l="l" t="t" r="r" b="b"/>
              <a:pathLst>
                <a:path w="6858000" h="835479">
                  <a:moveTo>
                    <a:pt x="6564619" y="468946"/>
                  </a:moveTo>
                  <a:lnTo>
                    <a:pt x="6564620" y="468946"/>
                  </a:lnTo>
                  <a:cubicBezTo>
                    <a:pt x="6575478" y="479233"/>
                    <a:pt x="6582146" y="485329"/>
                    <a:pt x="6588625" y="491425"/>
                  </a:cubicBezTo>
                  <a:lnTo>
                    <a:pt x="6625224" y="508047"/>
                  </a:lnTo>
                  <a:lnTo>
                    <a:pt x="6662539" y="500953"/>
                  </a:lnTo>
                  <a:lnTo>
                    <a:pt x="6662540" y="500952"/>
                  </a:lnTo>
                  <a:lnTo>
                    <a:pt x="6662543" y="500951"/>
                  </a:lnTo>
                  <a:lnTo>
                    <a:pt x="6683026" y="489501"/>
                  </a:lnTo>
                  <a:lnTo>
                    <a:pt x="6702975" y="486354"/>
                  </a:lnTo>
                  <a:lnTo>
                    <a:pt x="6702976" y="486354"/>
                  </a:lnTo>
                  <a:cubicBezTo>
                    <a:pt x="6716168" y="486759"/>
                    <a:pt x="6729218" y="491903"/>
                    <a:pt x="6742552" y="500190"/>
                  </a:cubicBezTo>
                  <a:lnTo>
                    <a:pt x="6742554" y="500191"/>
                  </a:lnTo>
                  <a:lnTo>
                    <a:pt x="6812061" y="519668"/>
                  </a:lnTo>
                  <a:lnTo>
                    <a:pt x="6776799" y="514894"/>
                  </a:lnTo>
                  <a:lnTo>
                    <a:pt x="6742554" y="500191"/>
                  </a:lnTo>
                  <a:lnTo>
                    <a:pt x="6742551" y="500190"/>
                  </a:lnTo>
                  <a:lnTo>
                    <a:pt x="6702975" y="486354"/>
                  </a:lnTo>
                  <a:lnTo>
                    <a:pt x="6662543" y="500951"/>
                  </a:lnTo>
                  <a:lnTo>
                    <a:pt x="6662541" y="500952"/>
                  </a:lnTo>
                  <a:lnTo>
                    <a:pt x="6662539" y="500953"/>
                  </a:lnTo>
                  <a:lnTo>
                    <a:pt x="6645551" y="508036"/>
                  </a:lnTo>
                  <a:lnTo>
                    <a:pt x="6625224" y="508047"/>
                  </a:lnTo>
                  <a:lnTo>
                    <a:pt x="6625223" y="508047"/>
                  </a:lnTo>
                  <a:cubicBezTo>
                    <a:pt x="6611340" y="505951"/>
                    <a:pt x="6597577" y="499903"/>
                    <a:pt x="6588624" y="491425"/>
                  </a:cubicBezTo>
                  <a:close/>
                  <a:moveTo>
                    <a:pt x="6438980" y="549267"/>
                  </a:moveTo>
                  <a:lnTo>
                    <a:pt x="6463839" y="529336"/>
                  </a:lnTo>
                  <a:lnTo>
                    <a:pt x="6463848" y="529334"/>
                  </a:lnTo>
                  <a:lnTo>
                    <a:pt x="6513011" y="515538"/>
                  </a:lnTo>
                  <a:lnTo>
                    <a:pt x="6546193" y="496733"/>
                  </a:lnTo>
                  <a:lnTo>
                    <a:pt x="6546194" y="496733"/>
                  </a:lnTo>
                  <a:lnTo>
                    <a:pt x="6521803" y="513071"/>
                  </a:lnTo>
                  <a:lnTo>
                    <a:pt x="6513011" y="515538"/>
                  </a:lnTo>
                  <a:lnTo>
                    <a:pt x="6508051" y="518349"/>
                  </a:lnTo>
                  <a:lnTo>
                    <a:pt x="6463848" y="529334"/>
                  </a:lnTo>
                  <a:lnTo>
                    <a:pt x="6463840" y="529336"/>
                  </a:lnTo>
                  <a:cubicBezTo>
                    <a:pt x="6451649" y="532288"/>
                    <a:pt x="6444076" y="539765"/>
                    <a:pt x="6438980" y="549267"/>
                  </a:cubicBezTo>
                  <a:close/>
                  <a:moveTo>
                    <a:pt x="6365203" y="635242"/>
                  </a:moveTo>
                  <a:lnTo>
                    <a:pt x="6387909" y="633959"/>
                  </a:lnTo>
                  <a:lnTo>
                    <a:pt x="6391548" y="632195"/>
                  </a:lnTo>
                  <a:lnTo>
                    <a:pt x="6407331" y="624541"/>
                  </a:lnTo>
                  <a:lnTo>
                    <a:pt x="6407332" y="624541"/>
                  </a:lnTo>
                  <a:lnTo>
                    <a:pt x="6391548" y="632195"/>
                  </a:lnTo>
                  <a:lnTo>
                    <a:pt x="6387909" y="633961"/>
                  </a:lnTo>
                  <a:close/>
                  <a:moveTo>
                    <a:pt x="4221390" y="396172"/>
                  </a:moveTo>
                  <a:lnTo>
                    <a:pt x="4221391" y="396172"/>
                  </a:lnTo>
                  <a:cubicBezTo>
                    <a:pt x="4232060" y="396934"/>
                    <a:pt x="4243872" y="397124"/>
                    <a:pt x="4253014" y="401888"/>
                  </a:cubicBezTo>
                  <a:cubicBezTo>
                    <a:pt x="4277401" y="414081"/>
                    <a:pt x="4300070" y="429701"/>
                    <a:pt x="4324645" y="441704"/>
                  </a:cubicBezTo>
                  <a:lnTo>
                    <a:pt x="4363890" y="450658"/>
                  </a:lnTo>
                  <a:lnTo>
                    <a:pt x="4482003" y="449896"/>
                  </a:lnTo>
                  <a:cubicBezTo>
                    <a:pt x="4546775" y="447228"/>
                    <a:pt x="4612499" y="446656"/>
                    <a:pt x="4659173" y="389886"/>
                  </a:cubicBezTo>
                  <a:cubicBezTo>
                    <a:pt x="4662985" y="385314"/>
                    <a:pt x="4671175" y="382646"/>
                    <a:pt x="4677654" y="381884"/>
                  </a:cubicBezTo>
                  <a:cubicBezTo>
                    <a:pt x="4707563" y="378265"/>
                    <a:pt x="4738234" y="377883"/>
                    <a:pt x="4767763" y="371977"/>
                  </a:cubicBezTo>
                  <a:cubicBezTo>
                    <a:pt x="4779574" y="369596"/>
                    <a:pt x="4790386" y="368787"/>
                    <a:pt x="4800482" y="370668"/>
                  </a:cubicBezTo>
                  <a:lnTo>
                    <a:pt x="4800483" y="370668"/>
                  </a:lnTo>
                  <a:cubicBezTo>
                    <a:pt x="4810580" y="372549"/>
                    <a:pt x="4819963" y="377122"/>
                    <a:pt x="4828916" y="385504"/>
                  </a:cubicBezTo>
                  <a:lnTo>
                    <a:pt x="4863342" y="407685"/>
                  </a:lnTo>
                  <a:lnTo>
                    <a:pt x="4889274" y="415214"/>
                  </a:lnTo>
                  <a:lnTo>
                    <a:pt x="4912167" y="413509"/>
                  </a:lnTo>
                  <a:cubicBezTo>
                    <a:pt x="4919977" y="411794"/>
                    <a:pt x="4927121" y="411437"/>
                    <a:pt x="4933803" y="412107"/>
                  </a:cubicBezTo>
                  <a:lnTo>
                    <a:pt x="4933804" y="412107"/>
                  </a:lnTo>
                  <a:lnTo>
                    <a:pt x="4952672" y="416866"/>
                  </a:lnTo>
                  <a:lnTo>
                    <a:pt x="4957452" y="419659"/>
                  </a:lnTo>
                  <a:lnTo>
                    <a:pt x="4961455" y="420937"/>
                  </a:lnTo>
                  <a:cubicBezTo>
                    <a:pt x="4970096" y="425448"/>
                    <a:pt x="4978393" y="431154"/>
                    <a:pt x="4987037" y="436941"/>
                  </a:cubicBezTo>
                  <a:cubicBezTo>
                    <a:pt x="5003801" y="448180"/>
                    <a:pt x="5022852" y="462278"/>
                    <a:pt x="5041521" y="463420"/>
                  </a:cubicBezTo>
                  <a:lnTo>
                    <a:pt x="5041527" y="463422"/>
                  </a:lnTo>
                  <a:lnTo>
                    <a:pt x="5064789" y="468043"/>
                  </a:lnTo>
                  <a:lnTo>
                    <a:pt x="5070584" y="470217"/>
                  </a:lnTo>
                  <a:lnTo>
                    <a:pt x="5072375" y="470636"/>
                  </a:lnTo>
                  <a:lnTo>
                    <a:pt x="5087443" y="476540"/>
                  </a:lnTo>
                  <a:lnTo>
                    <a:pt x="5133219" y="489567"/>
                  </a:lnTo>
                  <a:lnTo>
                    <a:pt x="5133224" y="489569"/>
                  </a:lnTo>
                  <a:lnTo>
                    <a:pt x="5166112" y="482853"/>
                  </a:lnTo>
                  <a:lnTo>
                    <a:pt x="5166113" y="482853"/>
                  </a:lnTo>
                  <a:cubicBezTo>
                    <a:pt x="5167637" y="482091"/>
                    <a:pt x="5169780" y="482663"/>
                    <a:pt x="5172090" y="483545"/>
                  </a:cubicBezTo>
                  <a:lnTo>
                    <a:pt x="5179067" y="486091"/>
                  </a:lnTo>
                  <a:lnTo>
                    <a:pt x="5229432" y="485925"/>
                  </a:lnTo>
                  <a:lnTo>
                    <a:pt x="5243613" y="478254"/>
                  </a:lnTo>
                  <a:lnTo>
                    <a:pt x="5272795" y="462468"/>
                  </a:lnTo>
                  <a:cubicBezTo>
                    <a:pt x="5285440" y="450823"/>
                    <a:pt x="5298594" y="443117"/>
                    <a:pt x="5312287" y="438565"/>
                  </a:cubicBezTo>
                  <a:lnTo>
                    <a:pt x="5321350" y="437509"/>
                  </a:lnTo>
                  <a:lnTo>
                    <a:pt x="5326162" y="435035"/>
                  </a:lnTo>
                  <a:lnTo>
                    <a:pt x="5355013" y="433589"/>
                  </a:lnTo>
                  <a:lnTo>
                    <a:pt x="5355014" y="433589"/>
                  </a:lnTo>
                  <a:cubicBezTo>
                    <a:pt x="5364882" y="434238"/>
                    <a:pt x="5375002" y="435941"/>
                    <a:pt x="5385384" y="438465"/>
                  </a:cubicBezTo>
                  <a:cubicBezTo>
                    <a:pt x="5398721" y="441704"/>
                    <a:pt x="5412057" y="443990"/>
                    <a:pt x="5425582" y="446656"/>
                  </a:cubicBezTo>
                  <a:cubicBezTo>
                    <a:pt x="5443870" y="450466"/>
                    <a:pt x="5462351" y="454468"/>
                    <a:pt x="5480637" y="458278"/>
                  </a:cubicBezTo>
                  <a:lnTo>
                    <a:pt x="5507667" y="462803"/>
                  </a:lnTo>
                  <a:lnTo>
                    <a:pt x="5531691" y="452184"/>
                  </a:lnTo>
                  <a:lnTo>
                    <a:pt x="5531692" y="452183"/>
                  </a:lnTo>
                  <a:cubicBezTo>
                    <a:pt x="5537599" y="445133"/>
                    <a:pt x="5542648" y="441941"/>
                    <a:pt x="5547577" y="442037"/>
                  </a:cubicBezTo>
                  <a:lnTo>
                    <a:pt x="5547578" y="442037"/>
                  </a:lnTo>
                  <a:cubicBezTo>
                    <a:pt x="5552507" y="442132"/>
                    <a:pt x="5557317" y="445514"/>
                    <a:pt x="5562746" y="451610"/>
                  </a:cubicBezTo>
                  <a:cubicBezTo>
                    <a:pt x="5600467" y="494284"/>
                    <a:pt x="5646189" y="520954"/>
                    <a:pt x="5704483" y="522858"/>
                  </a:cubicBezTo>
                  <a:cubicBezTo>
                    <a:pt x="5716485" y="523241"/>
                    <a:pt x="5728678" y="525906"/>
                    <a:pt x="5740488" y="528765"/>
                  </a:cubicBezTo>
                  <a:cubicBezTo>
                    <a:pt x="5747728" y="530479"/>
                    <a:pt x="5756493" y="532385"/>
                    <a:pt x="5760873" y="537529"/>
                  </a:cubicBezTo>
                  <a:cubicBezTo>
                    <a:pt x="5794974" y="576772"/>
                    <a:pt x="5837457" y="604015"/>
                    <a:pt x="5883751" y="625924"/>
                  </a:cubicBezTo>
                  <a:lnTo>
                    <a:pt x="5883755" y="625926"/>
                  </a:lnTo>
                  <a:lnTo>
                    <a:pt x="5935945" y="643829"/>
                  </a:lnTo>
                  <a:lnTo>
                    <a:pt x="5935949" y="643830"/>
                  </a:lnTo>
                  <a:lnTo>
                    <a:pt x="5993289" y="640211"/>
                  </a:lnTo>
                  <a:lnTo>
                    <a:pt x="5993290" y="640210"/>
                  </a:lnTo>
                  <a:cubicBezTo>
                    <a:pt x="6004530" y="639068"/>
                    <a:pt x="6017484" y="639259"/>
                    <a:pt x="6026439" y="633735"/>
                  </a:cubicBezTo>
                  <a:cubicBezTo>
                    <a:pt x="6054824" y="616397"/>
                    <a:pt x="6082257" y="597729"/>
                    <a:pt x="6108737" y="577534"/>
                  </a:cubicBezTo>
                  <a:cubicBezTo>
                    <a:pt x="6120073" y="568866"/>
                    <a:pt x="6126883" y="563913"/>
                    <a:pt x="6133313" y="563843"/>
                  </a:cubicBezTo>
                  <a:lnTo>
                    <a:pt x="6133314" y="563843"/>
                  </a:lnTo>
                  <a:lnTo>
                    <a:pt x="6143189" y="567542"/>
                  </a:lnTo>
                  <a:lnTo>
                    <a:pt x="6155599" y="579438"/>
                  </a:lnTo>
                  <a:lnTo>
                    <a:pt x="6155602" y="579440"/>
                  </a:lnTo>
                  <a:cubicBezTo>
                    <a:pt x="6175797" y="601729"/>
                    <a:pt x="6200944" y="613349"/>
                    <a:pt x="6228756" y="618111"/>
                  </a:cubicBezTo>
                  <a:lnTo>
                    <a:pt x="6361539" y="635448"/>
                  </a:lnTo>
                  <a:lnTo>
                    <a:pt x="6361538" y="635448"/>
                  </a:lnTo>
                  <a:cubicBezTo>
                    <a:pt x="6317150" y="631828"/>
                    <a:pt x="6272763" y="625542"/>
                    <a:pt x="6228755" y="618111"/>
                  </a:cubicBezTo>
                  <a:cubicBezTo>
                    <a:pt x="6200943" y="613349"/>
                    <a:pt x="6175796" y="601729"/>
                    <a:pt x="6155601" y="579440"/>
                  </a:cubicBezTo>
                  <a:lnTo>
                    <a:pt x="6155599" y="579438"/>
                  </a:lnTo>
                  <a:lnTo>
                    <a:pt x="6133314" y="563843"/>
                  </a:lnTo>
                  <a:lnTo>
                    <a:pt x="6108738" y="577534"/>
                  </a:lnTo>
                  <a:cubicBezTo>
                    <a:pt x="6082258" y="597729"/>
                    <a:pt x="6054825" y="616397"/>
                    <a:pt x="6026440" y="633735"/>
                  </a:cubicBezTo>
                  <a:cubicBezTo>
                    <a:pt x="6017485" y="639259"/>
                    <a:pt x="6004531" y="639068"/>
                    <a:pt x="5993291" y="640210"/>
                  </a:cubicBezTo>
                  <a:lnTo>
                    <a:pt x="5993289" y="640211"/>
                  </a:lnTo>
                  <a:lnTo>
                    <a:pt x="5964476" y="643664"/>
                  </a:lnTo>
                  <a:lnTo>
                    <a:pt x="5935949" y="643830"/>
                  </a:lnTo>
                  <a:lnTo>
                    <a:pt x="5935948" y="643830"/>
                  </a:lnTo>
                  <a:lnTo>
                    <a:pt x="5935945" y="643829"/>
                  </a:lnTo>
                  <a:lnTo>
                    <a:pt x="5909350" y="636949"/>
                  </a:lnTo>
                  <a:lnTo>
                    <a:pt x="5883755" y="625926"/>
                  </a:lnTo>
                  <a:lnTo>
                    <a:pt x="5883750" y="625924"/>
                  </a:lnTo>
                  <a:cubicBezTo>
                    <a:pt x="5837456" y="604015"/>
                    <a:pt x="5794973" y="576772"/>
                    <a:pt x="5760872" y="537529"/>
                  </a:cubicBezTo>
                  <a:cubicBezTo>
                    <a:pt x="5756492" y="532385"/>
                    <a:pt x="5747727" y="530479"/>
                    <a:pt x="5740487" y="528765"/>
                  </a:cubicBezTo>
                  <a:cubicBezTo>
                    <a:pt x="5728677" y="525906"/>
                    <a:pt x="5716484" y="523241"/>
                    <a:pt x="5704482" y="522858"/>
                  </a:cubicBezTo>
                  <a:cubicBezTo>
                    <a:pt x="5646188" y="520954"/>
                    <a:pt x="5600466" y="494284"/>
                    <a:pt x="5562745" y="451610"/>
                  </a:cubicBezTo>
                  <a:lnTo>
                    <a:pt x="5547577" y="442037"/>
                  </a:lnTo>
                  <a:lnTo>
                    <a:pt x="5531693" y="452183"/>
                  </a:lnTo>
                  <a:lnTo>
                    <a:pt x="5531691" y="452184"/>
                  </a:lnTo>
                  <a:lnTo>
                    <a:pt x="5520421" y="460582"/>
                  </a:lnTo>
                  <a:lnTo>
                    <a:pt x="5507667" y="462803"/>
                  </a:lnTo>
                  <a:lnTo>
                    <a:pt x="5507666" y="462803"/>
                  </a:lnTo>
                  <a:cubicBezTo>
                    <a:pt x="5498831" y="462755"/>
                    <a:pt x="5489496" y="460183"/>
                    <a:pt x="5480636" y="458278"/>
                  </a:cubicBezTo>
                  <a:cubicBezTo>
                    <a:pt x="5462350" y="454468"/>
                    <a:pt x="5443869" y="450466"/>
                    <a:pt x="5425581" y="446656"/>
                  </a:cubicBezTo>
                  <a:cubicBezTo>
                    <a:pt x="5412056" y="443990"/>
                    <a:pt x="5398720" y="441704"/>
                    <a:pt x="5385383" y="438465"/>
                  </a:cubicBezTo>
                  <a:lnTo>
                    <a:pt x="5355013" y="433589"/>
                  </a:lnTo>
                  <a:lnTo>
                    <a:pt x="5321350" y="437509"/>
                  </a:lnTo>
                  <a:lnTo>
                    <a:pt x="5272796" y="462468"/>
                  </a:lnTo>
                  <a:lnTo>
                    <a:pt x="5243613" y="478254"/>
                  </a:lnTo>
                  <a:lnTo>
                    <a:pt x="5229433" y="485925"/>
                  </a:lnTo>
                  <a:cubicBezTo>
                    <a:pt x="5213597" y="489759"/>
                    <a:pt x="5196594" y="489711"/>
                    <a:pt x="5179067" y="486091"/>
                  </a:cubicBezTo>
                  <a:lnTo>
                    <a:pt x="5179066" y="486091"/>
                  </a:lnTo>
                  <a:cubicBezTo>
                    <a:pt x="5176875" y="485615"/>
                    <a:pt x="5174399" y="484425"/>
                    <a:pt x="5172089" y="483545"/>
                  </a:cubicBezTo>
                  <a:lnTo>
                    <a:pt x="5166113" y="482853"/>
                  </a:lnTo>
                  <a:lnTo>
                    <a:pt x="5133224" y="489569"/>
                  </a:lnTo>
                  <a:lnTo>
                    <a:pt x="5133223" y="489569"/>
                  </a:lnTo>
                  <a:lnTo>
                    <a:pt x="5133219" y="489567"/>
                  </a:lnTo>
                  <a:lnTo>
                    <a:pt x="5102460" y="482424"/>
                  </a:lnTo>
                  <a:lnTo>
                    <a:pt x="5087443" y="476540"/>
                  </a:lnTo>
                  <a:lnTo>
                    <a:pt x="5087422" y="476534"/>
                  </a:lnTo>
                  <a:lnTo>
                    <a:pt x="5070584" y="470217"/>
                  </a:lnTo>
                  <a:lnTo>
                    <a:pt x="5041527" y="463422"/>
                  </a:lnTo>
                  <a:lnTo>
                    <a:pt x="5041520" y="463420"/>
                  </a:lnTo>
                  <a:cubicBezTo>
                    <a:pt x="5022851" y="462278"/>
                    <a:pt x="5003800" y="448180"/>
                    <a:pt x="4987036" y="436941"/>
                  </a:cubicBezTo>
                  <a:lnTo>
                    <a:pt x="4957452" y="419659"/>
                  </a:lnTo>
                  <a:lnTo>
                    <a:pt x="4933804" y="412107"/>
                  </a:lnTo>
                  <a:lnTo>
                    <a:pt x="4912168" y="413509"/>
                  </a:lnTo>
                  <a:cubicBezTo>
                    <a:pt x="4904357" y="415271"/>
                    <a:pt x="4896713" y="415783"/>
                    <a:pt x="4889275" y="415214"/>
                  </a:cubicBezTo>
                  <a:lnTo>
                    <a:pt x="4889274" y="415214"/>
                  </a:lnTo>
                  <a:lnTo>
                    <a:pt x="4867613" y="410436"/>
                  </a:lnTo>
                  <a:lnTo>
                    <a:pt x="4863342" y="407685"/>
                  </a:lnTo>
                  <a:lnTo>
                    <a:pt x="4857316" y="405935"/>
                  </a:lnTo>
                  <a:cubicBezTo>
                    <a:pt x="4847213" y="400792"/>
                    <a:pt x="4837702" y="393791"/>
                    <a:pt x="4828915" y="385504"/>
                  </a:cubicBezTo>
                  <a:lnTo>
                    <a:pt x="4800482" y="370668"/>
                  </a:lnTo>
                  <a:lnTo>
                    <a:pt x="4767764" y="371977"/>
                  </a:lnTo>
                  <a:cubicBezTo>
                    <a:pt x="4738235" y="377883"/>
                    <a:pt x="4707564" y="378265"/>
                    <a:pt x="4677655" y="381884"/>
                  </a:cubicBezTo>
                  <a:cubicBezTo>
                    <a:pt x="4671176" y="382646"/>
                    <a:pt x="4662986" y="385314"/>
                    <a:pt x="4659174" y="389886"/>
                  </a:cubicBezTo>
                  <a:cubicBezTo>
                    <a:pt x="4612500" y="446656"/>
                    <a:pt x="4546776" y="447228"/>
                    <a:pt x="4482004" y="449896"/>
                  </a:cubicBezTo>
                  <a:cubicBezTo>
                    <a:pt x="4442761" y="451610"/>
                    <a:pt x="4403325" y="451610"/>
                    <a:pt x="4363890" y="450658"/>
                  </a:cubicBezTo>
                  <a:lnTo>
                    <a:pt x="4363889" y="450658"/>
                  </a:lnTo>
                  <a:cubicBezTo>
                    <a:pt x="4350553" y="450466"/>
                    <a:pt x="4336456" y="447418"/>
                    <a:pt x="4324644" y="441704"/>
                  </a:cubicBezTo>
                  <a:cubicBezTo>
                    <a:pt x="4300069" y="429701"/>
                    <a:pt x="4277400" y="414081"/>
                    <a:pt x="4253013" y="401888"/>
                  </a:cubicBezTo>
                  <a:close/>
                  <a:moveTo>
                    <a:pt x="4165382" y="392362"/>
                  </a:moveTo>
                  <a:lnTo>
                    <a:pt x="4165383" y="392362"/>
                  </a:lnTo>
                  <a:lnTo>
                    <a:pt x="4192387" y="396267"/>
                  </a:lnTo>
                  <a:lnTo>
                    <a:pt x="4192386" y="396267"/>
                  </a:lnTo>
                  <a:cubicBezTo>
                    <a:pt x="4182766" y="396363"/>
                    <a:pt x="4173479" y="395791"/>
                    <a:pt x="4165382" y="392362"/>
                  </a:cubicBezTo>
                  <a:close/>
                  <a:moveTo>
                    <a:pt x="3885337" y="379980"/>
                  </a:moveTo>
                  <a:lnTo>
                    <a:pt x="3885338" y="379980"/>
                  </a:lnTo>
                  <a:lnTo>
                    <a:pt x="3885341" y="379982"/>
                  </a:lnTo>
                  <a:lnTo>
                    <a:pt x="3962157" y="411865"/>
                  </a:lnTo>
                  <a:lnTo>
                    <a:pt x="3962159" y="411865"/>
                  </a:lnTo>
                  <a:lnTo>
                    <a:pt x="4043837" y="396173"/>
                  </a:lnTo>
                  <a:lnTo>
                    <a:pt x="4043838" y="396172"/>
                  </a:lnTo>
                  <a:cubicBezTo>
                    <a:pt x="4063841" y="387409"/>
                    <a:pt x="4083701" y="382027"/>
                    <a:pt x="4103824" y="381051"/>
                  </a:cubicBezTo>
                  <a:lnTo>
                    <a:pt x="4103825" y="381051"/>
                  </a:lnTo>
                  <a:lnTo>
                    <a:pt x="4134255" y="383018"/>
                  </a:lnTo>
                  <a:lnTo>
                    <a:pt x="4165381" y="392362"/>
                  </a:lnTo>
                  <a:lnTo>
                    <a:pt x="4103825" y="381051"/>
                  </a:lnTo>
                  <a:lnTo>
                    <a:pt x="4043839" y="396172"/>
                  </a:lnTo>
                  <a:lnTo>
                    <a:pt x="4043837" y="396173"/>
                  </a:lnTo>
                  <a:lnTo>
                    <a:pt x="4002409" y="409475"/>
                  </a:lnTo>
                  <a:lnTo>
                    <a:pt x="3962159" y="411865"/>
                  </a:lnTo>
                  <a:lnTo>
                    <a:pt x="3962158" y="411865"/>
                  </a:lnTo>
                  <a:lnTo>
                    <a:pt x="3962157" y="411865"/>
                  </a:lnTo>
                  <a:lnTo>
                    <a:pt x="3923124" y="402361"/>
                  </a:lnTo>
                  <a:lnTo>
                    <a:pt x="3885341" y="379982"/>
                  </a:lnTo>
                  <a:close/>
                  <a:moveTo>
                    <a:pt x="3669899" y="394577"/>
                  </a:moveTo>
                  <a:lnTo>
                    <a:pt x="3680163" y="397173"/>
                  </a:lnTo>
                  <a:lnTo>
                    <a:pt x="3734836" y="393125"/>
                  </a:lnTo>
                  <a:lnTo>
                    <a:pt x="3734837" y="393125"/>
                  </a:lnTo>
                  <a:cubicBezTo>
                    <a:pt x="3741315" y="392173"/>
                    <a:pt x="3749125" y="390839"/>
                    <a:pt x="3754652" y="393507"/>
                  </a:cubicBezTo>
                  <a:lnTo>
                    <a:pt x="3789775" y="399864"/>
                  </a:lnTo>
                  <a:lnTo>
                    <a:pt x="3822471" y="384932"/>
                  </a:lnTo>
                  <a:cubicBezTo>
                    <a:pt x="3831901" y="377884"/>
                    <a:pt x="3842045" y="372264"/>
                    <a:pt x="3852618" y="370597"/>
                  </a:cubicBezTo>
                  <a:lnTo>
                    <a:pt x="3852619" y="370597"/>
                  </a:lnTo>
                  <a:lnTo>
                    <a:pt x="3868763" y="371377"/>
                  </a:lnTo>
                  <a:lnTo>
                    <a:pt x="3885336" y="379980"/>
                  </a:lnTo>
                  <a:lnTo>
                    <a:pt x="3852619" y="370597"/>
                  </a:lnTo>
                  <a:lnTo>
                    <a:pt x="3822472" y="384932"/>
                  </a:lnTo>
                  <a:cubicBezTo>
                    <a:pt x="3811613" y="393124"/>
                    <a:pt x="3800896" y="398269"/>
                    <a:pt x="3789776" y="399864"/>
                  </a:cubicBezTo>
                  <a:lnTo>
                    <a:pt x="3789775" y="399864"/>
                  </a:lnTo>
                  <a:cubicBezTo>
                    <a:pt x="3778654" y="401460"/>
                    <a:pt x="3767129" y="399507"/>
                    <a:pt x="3754651" y="393507"/>
                  </a:cubicBezTo>
                  <a:lnTo>
                    <a:pt x="3734837" y="393125"/>
                  </a:lnTo>
                  <a:lnTo>
                    <a:pt x="3680163" y="397173"/>
                  </a:lnTo>
                  <a:lnTo>
                    <a:pt x="3680162" y="397173"/>
                  </a:lnTo>
                  <a:close/>
                  <a:moveTo>
                    <a:pt x="2836171" y="465063"/>
                  </a:moveTo>
                  <a:lnTo>
                    <a:pt x="2848792" y="456372"/>
                  </a:lnTo>
                  <a:cubicBezTo>
                    <a:pt x="2865009" y="451372"/>
                    <a:pt x="2881306" y="445515"/>
                    <a:pt x="2897784" y="440769"/>
                  </a:cubicBezTo>
                  <a:lnTo>
                    <a:pt x="2903549" y="439740"/>
                  </a:lnTo>
                  <a:lnTo>
                    <a:pt x="2914327" y="436466"/>
                  </a:lnTo>
                  <a:lnTo>
                    <a:pt x="2947858" y="431835"/>
                  </a:lnTo>
                  <a:lnTo>
                    <a:pt x="2947861" y="431834"/>
                  </a:lnTo>
                  <a:lnTo>
                    <a:pt x="2947862" y="431834"/>
                  </a:lnTo>
                  <a:cubicBezTo>
                    <a:pt x="2959156" y="431465"/>
                    <a:pt x="2970575" y="432465"/>
                    <a:pt x="2982148" y="435418"/>
                  </a:cubicBezTo>
                  <a:lnTo>
                    <a:pt x="3077401" y="447111"/>
                  </a:lnTo>
                  <a:lnTo>
                    <a:pt x="3172653" y="434656"/>
                  </a:lnTo>
                  <a:cubicBezTo>
                    <a:pt x="3276479" y="408747"/>
                    <a:pt x="3380304" y="381315"/>
                    <a:pt x="3489466" y="387029"/>
                  </a:cubicBezTo>
                  <a:cubicBezTo>
                    <a:pt x="3507562" y="387981"/>
                    <a:pt x="3529089" y="376360"/>
                    <a:pt x="3544712" y="364930"/>
                  </a:cubicBezTo>
                  <a:cubicBezTo>
                    <a:pt x="3559667" y="354072"/>
                    <a:pt x="3566811" y="348213"/>
                    <a:pt x="3574407" y="347308"/>
                  </a:cubicBezTo>
                  <a:lnTo>
                    <a:pt x="3574408" y="347308"/>
                  </a:lnTo>
                  <a:cubicBezTo>
                    <a:pt x="3582004" y="346403"/>
                    <a:pt x="3590053" y="350452"/>
                    <a:pt x="3606817" y="359406"/>
                  </a:cubicBezTo>
                  <a:cubicBezTo>
                    <a:pt x="3614819" y="363788"/>
                    <a:pt x="3624725" y="366454"/>
                    <a:pt x="3630632" y="372932"/>
                  </a:cubicBezTo>
                  <a:lnTo>
                    <a:pt x="3651953" y="388826"/>
                  </a:lnTo>
                  <a:lnTo>
                    <a:pt x="3630631" y="372932"/>
                  </a:lnTo>
                  <a:cubicBezTo>
                    <a:pt x="3624724" y="366454"/>
                    <a:pt x="3614818" y="363788"/>
                    <a:pt x="3606816" y="359406"/>
                  </a:cubicBezTo>
                  <a:cubicBezTo>
                    <a:pt x="3598434" y="354929"/>
                    <a:pt x="3592231" y="351678"/>
                    <a:pt x="3587173" y="349660"/>
                  </a:cubicBezTo>
                  <a:lnTo>
                    <a:pt x="3574407" y="347308"/>
                  </a:lnTo>
                  <a:lnTo>
                    <a:pt x="3562320" y="352387"/>
                  </a:lnTo>
                  <a:cubicBezTo>
                    <a:pt x="3557715" y="355322"/>
                    <a:pt x="3552190" y="359501"/>
                    <a:pt x="3544713" y="364930"/>
                  </a:cubicBezTo>
                  <a:cubicBezTo>
                    <a:pt x="3529090" y="376360"/>
                    <a:pt x="3507563" y="387981"/>
                    <a:pt x="3489467" y="387029"/>
                  </a:cubicBezTo>
                  <a:cubicBezTo>
                    <a:pt x="3380305" y="381315"/>
                    <a:pt x="3276480" y="408747"/>
                    <a:pt x="3172654" y="434656"/>
                  </a:cubicBezTo>
                  <a:cubicBezTo>
                    <a:pt x="3140649" y="442658"/>
                    <a:pt x="3109025" y="446896"/>
                    <a:pt x="3077401" y="447111"/>
                  </a:cubicBezTo>
                  <a:lnTo>
                    <a:pt x="3077400" y="447111"/>
                  </a:lnTo>
                  <a:cubicBezTo>
                    <a:pt x="3045776" y="447325"/>
                    <a:pt x="3014152" y="443515"/>
                    <a:pt x="2982147" y="435418"/>
                  </a:cubicBezTo>
                  <a:lnTo>
                    <a:pt x="2947862" y="431834"/>
                  </a:lnTo>
                  <a:lnTo>
                    <a:pt x="2947858" y="431835"/>
                  </a:lnTo>
                  <a:lnTo>
                    <a:pt x="2903549" y="439740"/>
                  </a:lnTo>
                  <a:lnTo>
                    <a:pt x="2848793" y="456372"/>
                  </a:lnTo>
                  <a:cubicBezTo>
                    <a:pt x="2844316" y="457705"/>
                    <a:pt x="2839982" y="460991"/>
                    <a:pt x="2836172" y="465063"/>
                  </a:cubicBezTo>
                  <a:close/>
                  <a:moveTo>
                    <a:pt x="1268757" y="18376"/>
                  </a:moveTo>
                  <a:cubicBezTo>
                    <a:pt x="1275401" y="18828"/>
                    <a:pt x="1281688" y="20400"/>
                    <a:pt x="1286069" y="23543"/>
                  </a:cubicBezTo>
                  <a:cubicBezTo>
                    <a:pt x="1306929" y="38116"/>
                    <a:pt x="1328552" y="44356"/>
                    <a:pt x="1350627" y="45880"/>
                  </a:cubicBezTo>
                  <a:lnTo>
                    <a:pt x="1413839" y="40286"/>
                  </a:lnTo>
                  <a:lnTo>
                    <a:pt x="1350626" y="45881"/>
                  </a:lnTo>
                  <a:cubicBezTo>
                    <a:pt x="1328551" y="44356"/>
                    <a:pt x="1306929" y="38117"/>
                    <a:pt x="1286068" y="23543"/>
                  </a:cubicBezTo>
                  <a:close/>
                  <a:moveTo>
                    <a:pt x="313532" y="14019"/>
                  </a:moveTo>
                  <a:lnTo>
                    <a:pt x="313533" y="14018"/>
                  </a:lnTo>
                  <a:cubicBezTo>
                    <a:pt x="316389" y="9826"/>
                    <a:pt x="330298" y="12112"/>
                    <a:pt x="338870" y="13446"/>
                  </a:cubicBezTo>
                  <a:lnTo>
                    <a:pt x="338902" y="13453"/>
                  </a:lnTo>
                  <a:lnTo>
                    <a:pt x="395639" y="23353"/>
                  </a:lnTo>
                  <a:lnTo>
                    <a:pt x="367327" y="19543"/>
                  </a:lnTo>
                  <a:lnTo>
                    <a:pt x="338902" y="13453"/>
                  </a:lnTo>
                  <a:lnTo>
                    <a:pt x="338869" y="13447"/>
                  </a:lnTo>
                  <a:cubicBezTo>
                    <a:pt x="334583" y="12780"/>
                    <a:pt x="328963" y="11875"/>
                    <a:pt x="324057" y="11661"/>
                  </a:cubicBezTo>
                  <a:close/>
                  <a:moveTo>
                    <a:pt x="281567" y="36346"/>
                  </a:moveTo>
                  <a:lnTo>
                    <a:pt x="295414" y="31451"/>
                  </a:lnTo>
                  <a:lnTo>
                    <a:pt x="295414" y="31452"/>
                  </a:lnTo>
                  <a:close/>
                  <a:moveTo>
                    <a:pt x="24485" y="23026"/>
                  </a:moveTo>
                  <a:lnTo>
                    <a:pt x="74128" y="20763"/>
                  </a:lnTo>
                  <a:cubicBezTo>
                    <a:pt x="91491" y="21686"/>
                    <a:pt x="108702" y="23996"/>
                    <a:pt x="125860" y="26687"/>
                  </a:cubicBezTo>
                  <a:lnTo>
                    <a:pt x="153386" y="31082"/>
                  </a:lnTo>
                  <a:lnTo>
                    <a:pt x="228943" y="39355"/>
                  </a:lnTo>
                  <a:lnTo>
                    <a:pt x="177270" y="34896"/>
                  </a:lnTo>
                  <a:lnTo>
                    <a:pt x="153386" y="31082"/>
                  </a:lnTo>
                  <a:lnTo>
                    <a:pt x="151568" y="30883"/>
                  </a:lnTo>
                  <a:cubicBezTo>
                    <a:pt x="125875" y="26653"/>
                    <a:pt x="100173" y="22148"/>
                    <a:pt x="74128" y="20764"/>
                  </a:cubicBezTo>
                  <a:close/>
                  <a:moveTo>
                    <a:pt x="0" y="29969"/>
                  </a:moveTo>
                  <a:lnTo>
                    <a:pt x="0" y="494077"/>
                  </a:lnTo>
                  <a:lnTo>
                    <a:pt x="2816" y="492950"/>
                  </a:lnTo>
                  <a:cubicBezTo>
                    <a:pt x="21485" y="484568"/>
                    <a:pt x="43011" y="481900"/>
                    <a:pt x="63586" y="478851"/>
                  </a:cubicBezTo>
                  <a:cubicBezTo>
                    <a:pt x="101307" y="473327"/>
                    <a:pt x="139218" y="469897"/>
                    <a:pt x="176938" y="464945"/>
                  </a:cubicBezTo>
                  <a:cubicBezTo>
                    <a:pt x="184940" y="463801"/>
                    <a:pt x="194084" y="461707"/>
                    <a:pt x="200181" y="456943"/>
                  </a:cubicBezTo>
                  <a:cubicBezTo>
                    <a:pt x="241900" y="424938"/>
                    <a:pt x="292578" y="415985"/>
                    <a:pt x="340773" y="419031"/>
                  </a:cubicBezTo>
                  <a:cubicBezTo>
                    <a:pt x="378685" y="421320"/>
                    <a:pt x="415834" y="423034"/>
                    <a:pt x="453363" y="419796"/>
                  </a:cubicBezTo>
                  <a:cubicBezTo>
                    <a:pt x="456221" y="419604"/>
                    <a:pt x="460031" y="419986"/>
                    <a:pt x="462125" y="421510"/>
                  </a:cubicBezTo>
                  <a:cubicBezTo>
                    <a:pt x="475080" y="431606"/>
                    <a:pt x="488606" y="432368"/>
                    <a:pt x="505181" y="434082"/>
                  </a:cubicBezTo>
                  <a:cubicBezTo>
                    <a:pt x="528614" y="436560"/>
                    <a:pt x="550140" y="434844"/>
                    <a:pt x="571859" y="430654"/>
                  </a:cubicBezTo>
                  <a:cubicBezTo>
                    <a:pt x="587671" y="427606"/>
                    <a:pt x="603672" y="421320"/>
                    <a:pt x="617771" y="413317"/>
                  </a:cubicBezTo>
                  <a:cubicBezTo>
                    <a:pt x="637391" y="402077"/>
                    <a:pt x="656254" y="397697"/>
                    <a:pt x="674922" y="412555"/>
                  </a:cubicBezTo>
                  <a:cubicBezTo>
                    <a:pt x="695115" y="428368"/>
                    <a:pt x="717976" y="422844"/>
                    <a:pt x="740267" y="423414"/>
                  </a:cubicBezTo>
                  <a:cubicBezTo>
                    <a:pt x="749981" y="423606"/>
                    <a:pt x="760269" y="423224"/>
                    <a:pt x="769604" y="425700"/>
                  </a:cubicBezTo>
                  <a:cubicBezTo>
                    <a:pt x="796654" y="432750"/>
                    <a:pt x="822755" y="443418"/>
                    <a:pt x="850188" y="448180"/>
                  </a:cubicBezTo>
                  <a:cubicBezTo>
                    <a:pt x="865429" y="450847"/>
                    <a:pt x="882383" y="446084"/>
                    <a:pt x="898197" y="442656"/>
                  </a:cubicBezTo>
                  <a:cubicBezTo>
                    <a:pt x="914199" y="439036"/>
                    <a:pt x="930010" y="433512"/>
                    <a:pt x="945443" y="427796"/>
                  </a:cubicBezTo>
                  <a:cubicBezTo>
                    <a:pt x="955919" y="423986"/>
                    <a:pt x="967349" y="420366"/>
                    <a:pt x="975732" y="413507"/>
                  </a:cubicBezTo>
                  <a:cubicBezTo>
                    <a:pt x="994784" y="397887"/>
                    <a:pt x="1014405" y="395219"/>
                    <a:pt x="1036886" y="403411"/>
                  </a:cubicBezTo>
                  <a:cubicBezTo>
                    <a:pt x="1040314" y="404745"/>
                    <a:pt x="1044314" y="404745"/>
                    <a:pt x="1048124" y="404935"/>
                  </a:cubicBezTo>
                  <a:cubicBezTo>
                    <a:pt x="1109090" y="408935"/>
                    <a:pt x="1170050" y="411413"/>
                    <a:pt x="1230632" y="417509"/>
                  </a:cubicBezTo>
                  <a:cubicBezTo>
                    <a:pt x="1255205" y="419986"/>
                    <a:pt x="1278828" y="430844"/>
                    <a:pt x="1303023" y="437702"/>
                  </a:cubicBezTo>
                  <a:cubicBezTo>
                    <a:pt x="1307977" y="439036"/>
                    <a:pt x="1313503" y="441132"/>
                    <a:pt x="1318455" y="440178"/>
                  </a:cubicBezTo>
                  <a:cubicBezTo>
                    <a:pt x="1372367" y="430654"/>
                    <a:pt x="1422853" y="444560"/>
                    <a:pt x="1472574" y="462849"/>
                  </a:cubicBezTo>
                  <a:cubicBezTo>
                    <a:pt x="1477716" y="464755"/>
                    <a:pt x="1484003" y="464183"/>
                    <a:pt x="1489719" y="463801"/>
                  </a:cubicBezTo>
                  <a:cubicBezTo>
                    <a:pt x="1505723" y="462469"/>
                    <a:pt x="1523058" y="455801"/>
                    <a:pt x="1537536" y="459801"/>
                  </a:cubicBezTo>
                  <a:cubicBezTo>
                    <a:pt x="1576018" y="470851"/>
                    <a:pt x="1614119" y="484186"/>
                    <a:pt x="1650316" y="500950"/>
                  </a:cubicBezTo>
                  <a:cubicBezTo>
                    <a:pt x="1687085" y="517905"/>
                    <a:pt x="1721184" y="532193"/>
                    <a:pt x="1763286" y="515049"/>
                  </a:cubicBezTo>
                  <a:cubicBezTo>
                    <a:pt x="1781193" y="507808"/>
                    <a:pt x="1804815" y="512953"/>
                    <a:pt x="1825392" y="514857"/>
                  </a:cubicBezTo>
                  <a:cubicBezTo>
                    <a:pt x="1840440" y="516381"/>
                    <a:pt x="1854919" y="524955"/>
                    <a:pt x="1869779" y="524955"/>
                  </a:cubicBezTo>
                  <a:cubicBezTo>
                    <a:pt x="1909407" y="524955"/>
                    <a:pt x="1944648" y="535051"/>
                    <a:pt x="1978939" y="555626"/>
                  </a:cubicBezTo>
                  <a:cubicBezTo>
                    <a:pt x="1992278" y="563626"/>
                    <a:pt x="2013042" y="558292"/>
                    <a:pt x="2030377" y="560388"/>
                  </a:cubicBezTo>
                  <a:cubicBezTo>
                    <a:pt x="2048667" y="562864"/>
                    <a:pt x="2067524" y="565150"/>
                    <a:pt x="2085053" y="570677"/>
                  </a:cubicBezTo>
                  <a:cubicBezTo>
                    <a:pt x="2130392" y="585155"/>
                    <a:pt x="2175162" y="601538"/>
                    <a:pt x="2220311" y="616778"/>
                  </a:cubicBezTo>
                  <a:cubicBezTo>
                    <a:pt x="2257458" y="629353"/>
                    <a:pt x="2294038" y="619446"/>
                    <a:pt x="2330805" y="614112"/>
                  </a:cubicBezTo>
                  <a:cubicBezTo>
                    <a:pt x="2353858" y="610682"/>
                    <a:pt x="2375382" y="602490"/>
                    <a:pt x="2401291" y="614682"/>
                  </a:cubicBezTo>
                  <a:cubicBezTo>
                    <a:pt x="2426058" y="626304"/>
                    <a:pt x="2457491" y="623636"/>
                    <a:pt x="2485306" y="629923"/>
                  </a:cubicBezTo>
                  <a:cubicBezTo>
                    <a:pt x="2508741" y="635257"/>
                    <a:pt x="2531408" y="643831"/>
                    <a:pt x="2554078" y="652213"/>
                  </a:cubicBezTo>
                  <a:cubicBezTo>
                    <a:pt x="2584941" y="663644"/>
                    <a:pt x="2615420" y="675644"/>
                    <a:pt x="2649142" y="669930"/>
                  </a:cubicBezTo>
                  <a:cubicBezTo>
                    <a:pt x="2687435" y="663452"/>
                    <a:pt x="2713722" y="687836"/>
                    <a:pt x="2743825" y="704031"/>
                  </a:cubicBezTo>
                  <a:cubicBezTo>
                    <a:pt x="2764589" y="715079"/>
                    <a:pt x="2787258" y="723272"/>
                    <a:pt x="2809929" y="730130"/>
                  </a:cubicBezTo>
                  <a:cubicBezTo>
                    <a:pt x="2840218" y="739084"/>
                    <a:pt x="2871461" y="744418"/>
                    <a:pt x="2901942" y="753181"/>
                  </a:cubicBezTo>
                  <a:cubicBezTo>
                    <a:pt x="2948046" y="766325"/>
                    <a:pt x="2994721" y="776613"/>
                    <a:pt x="3042727" y="769373"/>
                  </a:cubicBezTo>
                  <a:cubicBezTo>
                    <a:pt x="3064826" y="766135"/>
                    <a:pt x="3085402" y="766325"/>
                    <a:pt x="3107499" y="771089"/>
                  </a:cubicBezTo>
                  <a:cubicBezTo>
                    <a:pt x="3143694" y="778899"/>
                    <a:pt x="3180843" y="779852"/>
                    <a:pt x="3209992" y="808998"/>
                  </a:cubicBezTo>
                  <a:cubicBezTo>
                    <a:pt x="3220279" y="819287"/>
                    <a:pt x="3238757" y="821953"/>
                    <a:pt x="3253808" y="827287"/>
                  </a:cubicBezTo>
                  <a:cubicBezTo>
                    <a:pt x="3271144" y="833575"/>
                    <a:pt x="3283907" y="830335"/>
                    <a:pt x="3293243" y="812047"/>
                  </a:cubicBezTo>
                  <a:cubicBezTo>
                    <a:pt x="3297433" y="803856"/>
                    <a:pt x="3309436" y="795854"/>
                    <a:pt x="3318770" y="794520"/>
                  </a:cubicBezTo>
                  <a:cubicBezTo>
                    <a:pt x="3346775" y="790520"/>
                    <a:pt x="3372494" y="796426"/>
                    <a:pt x="3399545" y="809381"/>
                  </a:cubicBezTo>
                  <a:cubicBezTo>
                    <a:pt x="3424882" y="821573"/>
                    <a:pt x="3456507" y="820239"/>
                    <a:pt x="3485274" y="825001"/>
                  </a:cubicBezTo>
                  <a:cubicBezTo>
                    <a:pt x="3505656" y="828431"/>
                    <a:pt x="3526041" y="835479"/>
                    <a:pt x="3546616" y="835479"/>
                  </a:cubicBezTo>
                  <a:cubicBezTo>
                    <a:pt x="3572145" y="835479"/>
                    <a:pt x="3597481" y="829383"/>
                    <a:pt x="3623200" y="827097"/>
                  </a:cubicBezTo>
                  <a:cubicBezTo>
                    <a:pt x="3643203" y="825193"/>
                    <a:pt x="3663588" y="825955"/>
                    <a:pt x="3683590" y="823669"/>
                  </a:cubicBezTo>
                  <a:cubicBezTo>
                    <a:pt x="3699975" y="821953"/>
                    <a:pt x="3716167" y="817573"/>
                    <a:pt x="3732360" y="813953"/>
                  </a:cubicBezTo>
                  <a:cubicBezTo>
                    <a:pt x="3738266" y="812619"/>
                    <a:pt x="3744172" y="807474"/>
                    <a:pt x="3749505" y="808236"/>
                  </a:cubicBezTo>
                  <a:cubicBezTo>
                    <a:pt x="3802466" y="816429"/>
                    <a:pt x="3840568" y="779852"/>
                    <a:pt x="3885337" y="763659"/>
                  </a:cubicBezTo>
                  <a:cubicBezTo>
                    <a:pt x="3932393" y="746512"/>
                    <a:pt x="3977924" y="720224"/>
                    <a:pt x="4030502" y="728034"/>
                  </a:cubicBezTo>
                  <a:cubicBezTo>
                    <a:pt x="4062317" y="732796"/>
                    <a:pt x="4092988" y="743846"/>
                    <a:pt x="4124613" y="750515"/>
                  </a:cubicBezTo>
                  <a:cubicBezTo>
                    <a:pt x="4135853" y="752801"/>
                    <a:pt x="4148426" y="752419"/>
                    <a:pt x="4159666" y="750133"/>
                  </a:cubicBezTo>
                  <a:cubicBezTo>
                    <a:pt x="4213960" y="739654"/>
                    <a:pt x="4267492" y="738130"/>
                    <a:pt x="4320836" y="755277"/>
                  </a:cubicBezTo>
                  <a:cubicBezTo>
                    <a:pt x="4329978" y="758135"/>
                    <a:pt x="4339694" y="760801"/>
                    <a:pt x="4349221" y="760801"/>
                  </a:cubicBezTo>
                  <a:cubicBezTo>
                    <a:pt x="4401418" y="760801"/>
                    <a:pt x="4452664" y="756801"/>
                    <a:pt x="4502578" y="738130"/>
                  </a:cubicBezTo>
                  <a:cubicBezTo>
                    <a:pt x="4519342" y="731844"/>
                    <a:pt x="4539727" y="735844"/>
                    <a:pt x="4558206" y="734320"/>
                  </a:cubicBezTo>
                  <a:cubicBezTo>
                    <a:pt x="4575350" y="732988"/>
                    <a:pt x="4592877" y="732416"/>
                    <a:pt x="4609451" y="728034"/>
                  </a:cubicBezTo>
                  <a:cubicBezTo>
                    <a:pt x="4633646" y="721558"/>
                    <a:pt x="4656125" y="720796"/>
                    <a:pt x="4681082" y="726510"/>
                  </a:cubicBezTo>
                  <a:cubicBezTo>
                    <a:pt x="4704894" y="731844"/>
                    <a:pt x="4730613" y="729178"/>
                    <a:pt x="4755380" y="729368"/>
                  </a:cubicBezTo>
                  <a:cubicBezTo>
                    <a:pt x="4783003" y="729558"/>
                    <a:pt x="4810626" y="729748"/>
                    <a:pt x="4838249" y="728796"/>
                  </a:cubicBezTo>
                  <a:cubicBezTo>
                    <a:pt x="4849299" y="728416"/>
                    <a:pt x="4861872" y="720796"/>
                    <a:pt x="4871018" y="723844"/>
                  </a:cubicBezTo>
                  <a:cubicBezTo>
                    <a:pt x="4900545" y="734130"/>
                    <a:pt x="4930074" y="721748"/>
                    <a:pt x="4959601" y="727272"/>
                  </a:cubicBezTo>
                  <a:cubicBezTo>
                    <a:pt x="4974081" y="730130"/>
                    <a:pt x="4990464" y="722320"/>
                    <a:pt x="5006085" y="721558"/>
                  </a:cubicBezTo>
                  <a:cubicBezTo>
                    <a:pt x="5031613" y="720224"/>
                    <a:pt x="5057140" y="720796"/>
                    <a:pt x="5082669" y="720414"/>
                  </a:cubicBezTo>
                  <a:cubicBezTo>
                    <a:pt x="5091051" y="720224"/>
                    <a:pt x="5099244" y="719462"/>
                    <a:pt x="5107626" y="719079"/>
                  </a:cubicBezTo>
                  <a:cubicBezTo>
                    <a:pt x="5115056" y="718699"/>
                    <a:pt x="5122866" y="716985"/>
                    <a:pt x="5129915" y="718317"/>
                  </a:cubicBezTo>
                  <a:cubicBezTo>
                    <a:pt x="5155444" y="723082"/>
                    <a:pt x="5180590" y="730892"/>
                    <a:pt x="5206307" y="733940"/>
                  </a:cubicBezTo>
                  <a:cubicBezTo>
                    <a:pt x="5228596" y="736606"/>
                    <a:pt x="5251649" y="732988"/>
                    <a:pt x="5274128" y="734892"/>
                  </a:cubicBezTo>
                  <a:cubicBezTo>
                    <a:pt x="5313753" y="738130"/>
                    <a:pt x="5353378" y="743846"/>
                    <a:pt x="5393004" y="747466"/>
                  </a:cubicBezTo>
                  <a:cubicBezTo>
                    <a:pt x="5401578" y="748228"/>
                    <a:pt x="5410530" y="743464"/>
                    <a:pt x="5419294" y="743084"/>
                  </a:cubicBezTo>
                  <a:cubicBezTo>
                    <a:pt x="5446727" y="742132"/>
                    <a:pt x="5474160" y="741940"/>
                    <a:pt x="5501593" y="741370"/>
                  </a:cubicBezTo>
                  <a:cubicBezTo>
                    <a:pt x="5517214" y="741178"/>
                    <a:pt x="5533026" y="741750"/>
                    <a:pt x="5548459" y="740036"/>
                  </a:cubicBezTo>
                  <a:cubicBezTo>
                    <a:pt x="5568841" y="737750"/>
                    <a:pt x="5587320" y="734320"/>
                    <a:pt x="5606371" y="749180"/>
                  </a:cubicBezTo>
                  <a:cubicBezTo>
                    <a:pt x="5635710" y="772231"/>
                    <a:pt x="5673049" y="763277"/>
                    <a:pt x="5706958" y="768611"/>
                  </a:cubicBezTo>
                  <a:cubicBezTo>
                    <a:pt x="5715722" y="769945"/>
                    <a:pt x="5724677" y="770135"/>
                    <a:pt x="5733439" y="771659"/>
                  </a:cubicBezTo>
                  <a:cubicBezTo>
                    <a:pt x="5749633" y="774517"/>
                    <a:pt x="5765634" y="777755"/>
                    <a:pt x="5781829" y="780996"/>
                  </a:cubicBezTo>
                  <a:cubicBezTo>
                    <a:pt x="5784685" y="781566"/>
                    <a:pt x="5787923" y="781758"/>
                    <a:pt x="5790591" y="782710"/>
                  </a:cubicBezTo>
                  <a:cubicBezTo>
                    <a:pt x="5815168" y="790710"/>
                    <a:pt x="5839360" y="799854"/>
                    <a:pt x="5864317" y="806332"/>
                  </a:cubicBezTo>
                  <a:cubicBezTo>
                    <a:pt x="5876510" y="809571"/>
                    <a:pt x="5890036" y="809953"/>
                    <a:pt x="5902609" y="808236"/>
                  </a:cubicBezTo>
                  <a:cubicBezTo>
                    <a:pt x="5939376" y="803284"/>
                    <a:pt x="5975763" y="801188"/>
                    <a:pt x="6012722" y="808428"/>
                  </a:cubicBezTo>
                  <a:cubicBezTo>
                    <a:pt x="6027391" y="811285"/>
                    <a:pt x="6043775" y="806522"/>
                    <a:pt x="6059396" y="804808"/>
                  </a:cubicBezTo>
                  <a:cubicBezTo>
                    <a:pt x="6096735" y="800236"/>
                    <a:pt x="6134074" y="795282"/>
                    <a:pt x="6171604" y="790902"/>
                  </a:cubicBezTo>
                  <a:cubicBezTo>
                    <a:pt x="6195036" y="788234"/>
                    <a:pt x="6218659" y="786710"/>
                    <a:pt x="6242092" y="784044"/>
                  </a:cubicBezTo>
                  <a:cubicBezTo>
                    <a:pt x="6269143" y="780804"/>
                    <a:pt x="6296004" y="775851"/>
                    <a:pt x="6323057" y="773183"/>
                  </a:cubicBezTo>
                  <a:cubicBezTo>
                    <a:pt x="6353918" y="770135"/>
                    <a:pt x="6384971" y="769565"/>
                    <a:pt x="6415832" y="766325"/>
                  </a:cubicBezTo>
                  <a:cubicBezTo>
                    <a:pt x="6472224" y="760039"/>
                    <a:pt x="6528423" y="752609"/>
                    <a:pt x="6584811" y="745560"/>
                  </a:cubicBezTo>
                  <a:cubicBezTo>
                    <a:pt x="6639487" y="738702"/>
                    <a:pt x="6694163" y="732606"/>
                    <a:pt x="6748457" y="724034"/>
                  </a:cubicBezTo>
                  <a:cubicBezTo>
                    <a:pt x="6771318" y="720414"/>
                    <a:pt x="6793034" y="710507"/>
                    <a:pt x="6815515" y="704983"/>
                  </a:cubicBezTo>
                  <a:lnTo>
                    <a:pt x="6858000" y="695283"/>
                  </a:lnTo>
                  <a:lnTo>
                    <a:pt x="6858000" y="456"/>
                  </a:lnTo>
                  <a:lnTo>
                    <a:pt x="1687322" y="456"/>
                  </a:lnTo>
                  <a:lnTo>
                    <a:pt x="1697753" y="10970"/>
                  </a:lnTo>
                  <a:cubicBezTo>
                    <a:pt x="1707279" y="20877"/>
                    <a:pt x="1720423" y="27925"/>
                    <a:pt x="1733188" y="33639"/>
                  </a:cubicBezTo>
                  <a:cubicBezTo>
                    <a:pt x="1766335" y="48310"/>
                    <a:pt x="1800246" y="61454"/>
                    <a:pt x="1833775" y="75360"/>
                  </a:cubicBezTo>
                  <a:cubicBezTo>
                    <a:pt x="1837013" y="76694"/>
                    <a:pt x="1839679" y="80123"/>
                    <a:pt x="1842158" y="82981"/>
                  </a:cubicBezTo>
                  <a:cubicBezTo>
                    <a:pt x="1866922" y="113082"/>
                    <a:pt x="1891497" y="143371"/>
                    <a:pt x="1916454" y="173472"/>
                  </a:cubicBezTo>
                  <a:cubicBezTo>
                    <a:pt x="1921216" y="179186"/>
                    <a:pt x="1928076" y="183378"/>
                    <a:pt x="1933219" y="188902"/>
                  </a:cubicBezTo>
                  <a:cubicBezTo>
                    <a:pt x="1940459" y="196522"/>
                    <a:pt x="1949603" y="203763"/>
                    <a:pt x="1953413" y="212907"/>
                  </a:cubicBezTo>
                  <a:cubicBezTo>
                    <a:pt x="1965224" y="241672"/>
                    <a:pt x="1987894" y="254056"/>
                    <a:pt x="2016469" y="259390"/>
                  </a:cubicBezTo>
                  <a:cubicBezTo>
                    <a:pt x="2042570" y="264343"/>
                    <a:pt x="2068669" y="268535"/>
                    <a:pt x="2094578" y="274249"/>
                  </a:cubicBezTo>
                  <a:cubicBezTo>
                    <a:pt x="2126201" y="281107"/>
                    <a:pt x="2157636" y="288537"/>
                    <a:pt x="2188879" y="296920"/>
                  </a:cubicBezTo>
                  <a:cubicBezTo>
                    <a:pt x="2202404" y="300540"/>
                    <a:pt x="2216692" y="304730"/>
                    <a:pt x="2228314" y="312160"/>
                  </a:cubicBezTo>
                  <a:cubicBezTo>
                    <a:pt x="2260890" y="332735"/>
                    <a:pt x="2295753" y="346641"/>
                    <a:pt x="2334044" y="341117"/>
                  </a:cubicBezTo>
                  <a:cubicBezTo>
                    <a:pt x="2364715" y="336735"/>
                    <a:pt x="2390434" y="347975"/>
                    <a:pt x="2409485" y="365502"/>
                  </a:cubicBezTo>
                  <a:lnTo>
                    <a:pt x="2409487" y="365504"/>
                  </a:lnTo>
                  <a:lnTo>
                    <a:pt x="2463015" y="388434"/>
                  </a:lnTo>
                  <a:lnTo>
                    <a:pt x="2463017" y="388434"/>
                  </a:lnTo>
                  <a:lnTo>
                    <a:pt x="2518262" y="379792"/>
                  </a:lnTo>
                  <a:lnTo>
                    <a:pt x="2518263" y="379791"/>
                  </a:lnTo>
                  <a:cubicBezTo>
                    <a:pt x="2527789" y="377124"/>
                    <a:pt x="2536456" y="375980"/>
                    <a:pt x="2545005" y="376147"/>
                  </a:cubicBezTo>
                  <a:lnTo>
                    <a:pt x="2545006" y="376147"/>
                  </a:lnTo>
                  <a:cubicBezTo>
                    <a:pt x="2553555" y="376313"/>
                    <a:pt x="2561985" y="377790"/>
                    <a:pt x="2571034" y="380361"/>
                  </a:cubicBezTo>
                  <a:cubicBezTo>
                    <a:pt x="2612945" y="392363"/>
                    <a:pt x="2640950" y="424940"/>
                    <a:pt x="2668001" y="453514"/>
                  </a:cubicBezTo>
                  <a:cubicBezTo>
                    <a:pt x="2691054" y="477900"/>
                    <a:pt x="2716963" y="491615"/>
                    <a:pt x="2745348" y="501904"/>
                  </a:cubicBezTo>
                  <a:lnTo>
                    <a:pt x="2745351" y="501906"/>
                  </a:lnTo>
                  <a:lnTo>
                    <a:pt x="2778005" y="507825"/>
                  </a:lnTo>
                  <a:lnTo>
                    <a:pt x="2785439" y="507405"/>
                  </a:lnTo>
                  <a:lnTo>
                    <a:pt x="2811779" y="497326"/>
                  </a:lnTo>
                  <a:lnTo>
                    <a:pt x="2811786" y="497322"/>
                  </a:lnTo>
                  <a:lnTo>
                    <a:pt x="2811786" y="497323"/>
                  </a:lnTo>
                  <a:lnTo>
                    <a:pt x="2811779" y="497326"/>
                  </a:lnTo>
                  <a:lnTo>
                    <a:pt x="2793022" y="506976"/>
                  </a:lnTo>
                  <a:lnTo>
                    <a:pt x="2785439" y="507405"/>
                  </a:lnTo>
                  <a:lnTo>
                    <a:pt x="2782304" y="508605"/>
                  </a:lnTo>
                  <a:lnTo>
                    <a:pt x="2778005" y="507825"/>
                  </a:lnTo>
                  <a:lnTo>
                    <a:pt x="2770757" y="508235"/>
                  </a:lnTo>
                  <a:lnTo>
                    <a:pt x="2745351" y="501906"/>
                  </a:lnTo>
                  <a:lnTo>
                    <a:pt x="2745347" y="501904"/>
                  </a:lnTo>
                  <a:cubicBezTo>
                    <a:pt x="2716962" y="491615"/>
                    <a:pt x="2691053" y="477900"/>
                    <a:pt x="2668000" y="453514"/>
                  </a:cubicBezTo>
                  <a:cubicBezTo>
                    <a:pt x="2640949" y="424940"/>
                    <a:pt x="2612944" y="392363"/>
                    <a:pt x="2571033" y="380361"/>
                  </a:cubicBezTo>
                  <a:lnTo>
                    <a:pt x="2545006" y="376147"/>
                  </a:lnTo>
                  <a:lnTo>
                    <a:pt x="2518264" y="379791"/>
                  </a:lnTo>
                  <a:lnTo>
                    <a:pt x="2518262" y="379792"/>
                  </a:lnTo>
                  <a:lnTo>
                    <a:pt x="2490550" y="386372"/>
                  </a:lnTo>
                  <a:lnTo>
                    <a:pt x="2463017" y="388434"/>
                  </a:lnTo>
                  <a:lnTo>
                    <a:pt x="2463016" y="388434"/>
                  </a:lnTo>
                  <a:lnTo>
                    <a:pt x="2463015" y="388434"/>
                  </a:lnTo>
                  <a:lnTo>
                    <a:pt x="2435912" y="382603"/>
                  </a:lnTo>
                  <a:lnTo>
                    <a:pt x="2409487" y="365504"/>
                  </a:lnTo>
                  <a:lnTo>
                    <a:pt x="2409484" y="365502"/>
                  </a:lnTo>
                  <a:cubicBezTo>
                    <a:pt x="2390433" y="347975"/>
                    <a:pt x="2364714" y="336735"/>
                    <a:pt x="2334043" y="341117"/>
                  </a:cubicBezTo>
                  <a:cubicBezTo>
                    <a:pt x="2295752" y="346641"/>
                    <a:pt x="2260889" y="332735"/>
                    <a:pt x="2228313" y="312160"/>
                  </a:cubicBezTo>
                  <a:cubicBezTo>
                    <a:pt x="2216691" y="304730"/>
                    <a:pt x="2202403" y="300540"/>
                    <a:pt x="2188878" y="296920"/>
                  </a:cubicBezTo>
                  <a:cubicBezTo>
                    <a:pt x="2157635" y="288537"/>
                    <a:pt x="2126200" y="281107"/>
                    <a:pt x="2094577" y="274249"/>
                  </a:cubicBezTo>
                  <a:cubicBezTo>
                    <a:pt x="2068668" y="268535"/>
                    <a:pt x="2042569" y="264343"/>
                    <a:pt x="2016468" y="259390"/>
                  </a:cubicBezTo>
                  <a:cubicBezTo>
                    <a:pt x="1987893" y="254056"/>
                    <a:pt x="1965223" y="241672"/>
                    <a:pt x="1953412" y="212907"/>
                  </a:cubicBezTo>
                  <a:cubicBezTo>
                    <a:pt x="1949602" y="203763"/>
                    <a:pt x="1940458" y="196522"/>
                    <a:pt x="1933218" y="188902"/>
                  </a:cubicBezTo>
                  <a:cubicBezTo>
                    <a:pt x="1928075" y="183378"/>
                    <a:pt x="1921215" y="179186"/>
                    <a:pt x="1916453" y="173472"/>
                  </a:cubicBezTo>
                  <a:cubicBezTo>
                    <a:pt x="1891496" y="143371"/>
                    <a:pt x="1866921" y="113082"/>
                    <a:pt x="1842157" y="82981"/>
                  </a:cubicBezTo>
                  <a:cubicBezTo>
                    <a:pt x="1839678" y="80123"/>
                    <a:pt x="1837012" y="76694"/>
                    <a:pt x="1833774" y="75360"/>
                  </a:cubicBezTo>
                  <a:cubicBezTo>
                    <a:pt x="1800245" y="61454"/>
                    <a:pt x="1766334" y="48311"/>
                    <a:pt x="1733187" y="33639"/>
                  </a:cubicBezTo>
                  <a:cubicBezTo>
                    <a:pt x="1720422" y="27925"/>
                    <a:pt x="1707278" y="20877"/>
                    <a:pt x="1697752" y="10971"/>
                  </a:cubicBezTo>
                  <a:lnTo>
                    <a:pt x="1687320" y="456"/>
                  </a:lnTo>
                  <a:lnTo>
                    <a:pt x="916806" y="456"/>
                  </a:lnTo>
                  <a:lnTo>
                    <a:pt x="927155" y="9636"/>
                  </a:lnTo>
                  <a:cubicBezTo>
                    <a:pt x="994785" y="53644"/>
                    <a:pt x="1030980" y="52500"/>
                    <a:pt x="1097087" y="6016"/>
                  </a:cubicBezTo>
                  <a:cubicBezTo>
                    <a:pt x="1103945" y="1254"/>
                    <a:pt x="1118613" y="-2176"/>
                    <a:pt x="1123185" y="1634"/>
                  </a:cubicBezTo>
                  <a:cubicBezTo>
                    <a:pt x="1142617" y="17446"/>
                    <a:pt x="1162953" y="24495"/>
                    <a:pt x="1184028" y="26353"/>
                  </a:cubicBezTo>
                  <a:cubicBezTo>
                    <a:pt x="1162953" y="24495"/>
                    <a:pt x="1142616" y="17447"/>
                    <a:pt x="1123184" y="1635"/>
                  </a:cubicBezTo>
                  <a:cubicBezTo>
                    <a:pt x="1118612" y="-2175"/>
                    <a:pt x="1103944" y="1255"/>
                    <a:pt x="1097086" y="6017"/>
                  </a:cubicBezTo>
                  <a:cubicBezTo>
                    <a:pt x="1030979" y="52501"/>
                    <a:pt x="994784" y="53645"/>
                    <a:pt x="927154" y="9637"/>
                  </a:cubicBezTo>
                  <a:lnTo>
                    <a:pt x="916804" y="456"/>
                  </a:lnTo>
                  <a:lnTo>
                    <a:pt x="578772" y="456"/>
                  </a:lnTo>
                  <a:lnTo>
                    <a:pt x="556046" y="6589"/>
                  </a:lnTo>
                  <a:lnTo>
                    <a:pt x="517850" y="15506"/>
                  </a:lnTo>
                  <a:lnTo>
                    <a:pt x="556047" y="6588"/>
                  </a:lnTo>
                  <a:lnTo>
                    <a:pt x="578770" y="456"/>
                  </a:lnTo>
                  <a:lnTo>
                    <a:pt x="0" y="456"/>
                  </a:lnTo>
                  <a:lnTo>
                    <a:pt x="0" y="20445"/>
                  </a:lnTo>
                  <a:lnTo>
                    <a:pt x="0" y="29969"/>
                  </a:ln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66997-31B6-8D02-F698-CC2733603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2081" y="1641752"/>
            <a:ext cx="6134894" cy="3960000"/>
          </a:xfrm>
        </p:spPr>
        <p:txBody>
          <a:bodyPr>
            <a:normAutofit/>
          </a:bodyPr>
          <a:lstStyle/>
          <a:p>
            <a:r>
              <a:rPr lang="es-ES" sz="20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Aprendizaje Profundo: Técnica avanzada de machine </a:t>
            </a:r>
            <a:r>
              <a:rPr lang="es-ES" sz="2000" dirty="0" err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  <a:r>
              <a:rPr lang="es-ES" sz="20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que permite reconocer patrones complejos en grandes cantidades de datos</a:t>
            </a:r>
          </a:p>
          <a:p>
            <a:r>
              <a:rPr lang="es-ES" sz="2000" dirty="0" err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Blockchain</a:t>
            </a:r>
            <a:r>
              <a:rPr lang="es-ES" sz="20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Tecnología detrás de las criptomonedas, que asegura la integridad de las transacciones</a:t>
            </a:r>
          </a:p>
          <a:p>
            <a:r>
              <a:rPr lang="es-ES" sz="20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Computación en la Nube: Uso de servidores remotos para almacenar y procesar datos</a:t>
            </a:r>
          </a:p>
          <a:p>
            <a:r>
              <a:rPr lang="es-ES" sz="20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Internet de las Cosas (</a:t>
            </a:r>
            <a:r>
              <a:rPr lang="es-ES" sz="2000" dirty="0" err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IoT</a:t>
            </a:r>
            <a:r>
              <a:rPr lang="es-ES" sz="20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): Conexión de dispositivos cotidianos a la red para recopilar y compartir datos</a:t>
            </a:r>
            <a:endParaRPr lang="en-US" sz="2000" dirty="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5720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40A6B0-1AB9-F3B6-3856-EDD444D50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521" y="396117"/>
            <a:ext cx="5217172" cy="1158857"/>
          </a:xfrm>
        </p:spPr>
        <p:txBody>
          <a:bodyPr anchor="b">
            <a:normAutofit fontScale="90000"/>
          </a:bodyPr>
          <a:lstStyle/>
          <a:p>
            <a:r>
              <a:rPr lang="en-US" sz="4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Aplicaciones</a:t>
            </a:r>
            <a:r>
              <a:rPr lang="en-US" sz="4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sz="4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Desafíos</a:t>
            </a:r>
            <a:endParaRPr lang="en-US" sz="4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Graphic 212">
            <a:extLst>
              <a:ext uri="{FF2B5EF4-FFF2-40B4-BE49-F238E27FC236}">
                <a16:creationId xmlns:a16="http://schemas.microsoft.com/office/drawing/2014/main" id="{52D7FCC1-2D52-49CE-A986-EE6E0CA64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91258" y="619275"/>
            <a:ext cx="932200" cy="932200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4" name="Graphic 212">
            <a:extLst>
              <a:ext uri="{FF2B5EF4-FFF2-40B4-BE49-F238E27FC236}">
                <a16:creationId xmlns:a16="http://schemas.microsoft.com/office/drawing/2014/main" id="{28C3CACD-E5A7-4AAC-AE47-75CF7D30F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91258" y="619275"/>
            <a:ext cx="932200" cy="932200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65345-3376-540B-2634-88F3156F7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520" y="1747592"/>
            <a:ext cx="5217173" cy="4351338"/>
          </a:xfrm>
        </p:spPr>
        <p:txBody>
          <a:bodyPr>
            <a:normAutofit/>
          </a:bodyPr>
          <a:lstStyle/>
          <a:p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Mejoras en Vida Cotidiana:</a:t>
            </a:r>
            <a:r>
              <a:rPr lang="es-E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Desarrollo de aplicaciones móviles para facilitar tareas diarias, sistemas de gestión empresarial para mejorar la eficiencia organizacional, videojuegos que ofrecen entretenimiento interactivo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A35C15A-135A-4FD3-BA11-A046CFA39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491531" y="1226111"/>
            <a:ext cx="1598829" cy="531293"/>
            <a:chOff x="6491531" y="1420258"/>
            <a:chExt cx="1598829" cy="531293"/>
          </a:xfrm>
          <a:solidFill>
            <a:schemeClr val="bg1"/>
          </a:solidFill>
        </p:grpSpPr>
        <p:grpSp>
          <p:nvGrpSpPr>
            <p:cNvPr id="17" name="Graphic 190">
              <a:extLst>
                <a:ext uri="{FF2B5EF4-FFF2-40B4-BE49-F238E27FC236}">
                  <a16:creationId xmlns:a16="http://schemas.microsoft.com/office/drawing/2014/main" id="{61E65A99-85A2-448D-AA1F-7690BD01A7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491531" y="1420258"/>
              <a:ext cx="1598829" cy="531293"/>
              <a:chOff x="2504802" y="1755501"/>
              <a:chExt cx="1598829" cy="531293"/>
            </a:xfrm>
            <a:grpFill/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A127EC05-3250-408F-8F9F-A73F8B9B1D7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2113855"/>
                <a:ext cx="1598614" cy="172939"/>
              </a:xfrm>
              <a:custGeom>
                <a:avLst/>
                <a:gdLst>
                  <a:gd name="connsiteX0" fmla="*/ 1248648 w 1598614"/>
                  <a:gd name="connsiteY0" fmla="*/ 172939 h 172939"/>
                  <a:gd name="connsiteX1" fmla="*/ 1123031 w 1598614"/>
                  <a:gd name="connsiteY1" fmla="*/ 92708 h 172939"/>
                  <a:gd name="connsiteX2" fmla="*/ 1024085 w 1598614"/>
                  <a:gd name="connsiteY2" fmla="*/ 29469 h 172939"/>
                  <a:gd name="connsiteX3" fmla="*/ 925140 w 1598614"/>
                  <a:gd name="connsiteY3" fmla="*/ 92708 h 172939"/>
                  <a:gd name="connsiteX4" fmla="*/ 799522 w 1598614"/>
                  <a:gd name="connsiteY4" fmla="*/ 172939 h 172939"/>
                  <a:gd name="connsiteX5" fmla="*/ 799522 w 1598614"/>
                  <a:gd name="connsiteY5" fmla="*/ 172939 h 172939"/>
                  <a:gd name="connsiteX6" fmla="*/ 673905 w 1598614"/>
                  <a:gd name="connsiteY6" fmla="*/ 92708 h 172939"/>
                  <a:gd name="connsiteX7" fmla="*/ 574959 w 1598614"/>
                  <a:gd name="connsiteY7" fmla="*/ 29469 h 172939"/>
                  <a:gd name="connsiteX8" fmla="*/ 476014 w 1598614"/>
                  <a:gd name="connsiteY8" fmla="*/ 92708 h 172939"/>
                  <a:gd name="connsiteX9" fmla="*/ 350396 w 1598614"/>
                  <a:gd name="connsiteY9" fmla="*/ 172939 h 172939"/>
                  <a:gd name="connsiteX10" fmla="*/ 224778 w 1598614"/>
                  <a:gd name="connsiteY10" fmla="*/ 92708 h 172939"/>
                  <a:gd name="connsiteX11" fmla="*/ 125833 w 1598614"/>
                  <a:gd name="connsiteY11" fmla="*/ 29469 h 172939"/>
                  <a:gd name="connsiteX12" fmla="*/ 26887 w 1598614"/>
                  <a:gd name="connsiteY12" fmla="*/ 92708 h 172939"/>
                  <a:gd name="connsiteX13" fmla="*/ 0 w 1598614"/>
                  <a:gd name="connsiteY13" fmla="*/ 80232 h 172939"/>
                  <a:gd name="connsiteX14" fmla="*/ 125618 w 1598614"/>
                  <a:gd name="connsiteY14" fmla="*/ 0 h 172939"/>
                  <a:gd name="connsiteX15" fmla="*/ 251235 w 1598614"/>
                  <a:gd name="connsiteY15" fmla="*/ 80232 h 172939"/>
                  <a:gd name="connsiteX16" fmla="*/ 350181 w 1598614"/>
                  <a:gd name="connsiteY16" fmla="*/ 143471 h 172939"/>
                  <a:gd name="connsiteX17" fmla="*/ 449126 w 1598614"/>
                  <a:gd name="connsiteY17" fmla="*/ 80232 h 172939"/>
                  <a:gd name="connsiteX18" fmla="*/ 574744 w 1598614"/>
                  <a:gd name="connsiteY18" fmla="*/ 0 h 172939"/>
                  <a:gd name="connsiteX19" fmla="*/ 700362 w 1598614"/>
                  <a:gd name="connsiteY19" fmla="*/ 80232 h 172939"/>
                  <a:gd name="connsiteX20" fmla="*/ 799307 w 1598614"/>
                  <a:gd name="connsiteY20" fmla="*/ 143471 h 172939"/>
                  <a:gd name="connsiteX21" fmla="*/ 799307 w 1598614"/>
                  <a:gd name="connsiteY21" fmla="*/ 143471 h 172939"/>
                  <a:gd name="connsiteX22" fmla="*/ 898253 w 1598614"/>
                  <a:gd name="connsiteY22" fmla="*/ 80232 h 172939"/>
                  <a:gd name="connsiteX23" fmla="*/ 1023870 w 1598614"/>
                  <a:gd name="connsiteY23" fmla="*/ 0 h 172939"/>
                  <a:gd name="connsiteX24" fmla="*/ 1149488 w 1598614"/>
                  <a:gd name="connsiteY24" fmla="*/ 80232 h 172939"/>
                  <a:gd name="connsiteX25" fmla="*/ 1248433 w 1598614"/>
                  <a:gd name="connsiteY25" fmla="*/ 143471 h 172939"/>
                  <a:gd name="connsiteX26" fmla="*/ 1347379 w 1598614"/>
                  <a:gd name="connsiteY26" fmla="*/ 80232 h 172939"/>
                  <a:gd name="connsiteX27" fmla="*/ 1472997 w 1598614"/>
                  <a:gd name="connsiteY27" fmla="*/ 0 h 172939"/>
                  <a:gd name="connsiteX28" fmla="*/ 1598614 w 1598614"/>
                  <a:gd name="connsiteY28" fmla="*/ 80232 h 172939"/>
                  <a:gd name="connsiteX29" fmla="*/ 1571942 w 1598614"/>
                  <a:gd name="connsiteY29" fmla="*/ 92708 h 172939"/>
                  <a:gd name="connsiteX30" fmla="*/ 1472997 w 1598614"/>
                  <a:gd name="connsiteY30" fmla="*/ 29469 h 172939"/>
                  <a:gd name="connsiteX31" fmla="*/ 1374051 w 1598614"/>
                  <a:gd name="connsiteY31" fmla="*/ 92708 h 172939"/>
                  <a:gd name="connsiteX32" fmla="*/ 1248648 w 1598614"/>
                  <a:gd name="connsiteY32" fmla="*/ 172939 h 172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614" h="172939">
                    <a:moveTo>
                      <a:pt x="1248648" y="172939"/>
                    </a:moveTo>
                    <a:cubicBezTo>
                      <a:pt x="1194229" y="172939"/>
                      <a:pt x="1146046" y="142180"/>
                      <a:pt x="1123031" y="92708"/>
                    </a:cubicBezTo>
                    <a:cubicBezTo>
                      <a:pt x="1104962" y="53775"/>
                      <a:pt x="1067105" y="29469"/>
                      <a:pt x="1024085" y="29469"/>
                    </a:cubicBezTo>
                    <a:cubicBezTo>
                      <a:pt x="981066" y="29469"/>
                      <a:pt x="943208" y="53775"/>
                      <a:pt x="925140" y="92708"/>
                    </a:cubicBezTo>
                    <a:cubicBezTo>
                      <a:pt x="902124" y="142180"/>
                      <a:pt x="853942" y="172939"/>
                      <a:pt x="799522" y="172939"/>
                    </a:cubicBezTo>
                    <a:cubicBezTo>
                      <a:pt x="799522" y="172939"/>
                      <a:pt x="799522" y="172939"/>
                      <a:pt x="799522" y="172939"/>
                    </a:cubicBezTo>
                    <a:cubicBezTo>
                      <a:pt x="744887" y="172939"/>
                      <a:pt x="696920" y="142180"/>
                      <a:pt x="673905" y="92708"/>
                    </a:cubicBezTo>
                    <a:cubicBezTo>
                      <a:pt x="655836" y="53775"/>
                      <a:pt x="617979" y="29469"/>
                      <a:pt x="574959" y="29469"/>
                    </a:cubicBezTo>
                    <a:cubicBezTo>
                      <a:pt x="531939" y="29469"/>
                      <a:pt x="494082" y="53775"/>
                      <a:pt x="476014" y="92708"/>
                    </a:cubicBezTo>
                    <a:cubicBezTo>
                      <a:pt x="452998" y="142180"/>
                      <a:pt x="405031" y="172939"/>
                      <a:pt x="350396" y="172939"/>
                    </a:cubicBezTo>
                    <a:cubicBezTo>
                      <a:pt x="295976" y="172939"/>
                      <a:pt x="247794" y="142180"/>
                      <a:pt x="224778" y="92708"/>
                    </a:cubicBezTo>
                    <a:cubicBezTo>
                      <a:pt x="206710" y="53775"/>
                      <a:pt x="168853" y="29469"/>
                      <a:pt x="125833" y="29469"/>
                    </a:cubicBezTo>
                    <a:cubicBezTo>
                      <a:pt x="82813" y="29469"/>
                      <a:pt x="44956" y="53775"/>
                      <a:pt x="26887" y="92708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268" y="30759"/>
                      <a:pt x="969235" y="0"/>
                      <a:pt x="1023870" y="0"/>
                    </a:cubicBezTo>
                    <a:cubicBezTo>
                      <a:pt x="1078505" y="0"/>
                      <a:pt x="1126472" y="30759"/>
                      <a:pt x="1149488" y="80232"/>
                    </a:cubicBezTo>
                    <a:cubicBezTo>
                      <a:pt x="1167556" y="119165"/>
                      <a:pt x="1205414" y="143471"/>
                      <a:pt x="1248433" y="143471"/>
                    </a:cubicBezTo>
                    <a:cubicBezTo>
                      <a:pt x="1291453" y="143471"/>
                      <a:pt x="1329311" y="119165"/>
                      <a:pt x="1347379" y="80232"/>
                    </a:cubicBezTo>
                    <a:cubicBezTo>
                      <a:pt x="1370394" y="30759"/>
                      <a:pt x="1418361" y="0"/>
                      <a:pt x="1472997" y="0"/>
                    </a:cubicBezTo>
                    <a:cubicBezTo>
                      <a:pt x="1527632" y="0"/>
                      <a:pt x="1575814" y="30759"/>
                      <a:pt x="1598614" y="80232"/>
                    </a:cubicBezTo>
                    <a:lnTo>
                      <a:pt x="1571942" y="92708"/>
                    </a:lnTo>
                    <a:cubicBezTo>
                      <a:pt x="1553874" y="53775"/>
                      <a:pt x="1515801" y="29469"/>
                      <a:pt x="1472997" y="29469"/>
                    </a:cubicBezTo>
                    <a:cubicBezTo>
                      <a:pt x="1429977" y="29469"/>
                      <a:pt x="1392119" y="53775"/>
                      <a:pt x="1374051" y="92708"/>
                    </a:cubicBezTo>
                    <a:cubicBezTo>
                      <a:pt x="1351251" y="142180"/>
                      <a:pt x="1303069" y="172939"/>
                      <a:pt x="1248648" y="172939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E6D9B8D4-23BB-4CD2-A0FF-95423AFEB0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1755501"/>
                <a:ext cx="1598829" cy="172724"/>
              </a:xfrm>
              <a:custGeom>
                <a:avLst/>
                <a:gdLst>
                  <a:gd name="connsiteX0" fmla="*/ 1248648 w 1598829"/>
                  <a:gd name="connsiteY0" fmla="*/ 172724 h 172724"/>
                  <a:gd name="connsiteX1" fmla="*/ 1123031 w 1598829"/>
                  <a:gd name="connsiteY1" fmla="*/ 92492 h 172724"/>
                  <a:gd name="connsiteX2" fmla="*/ 1024085 w 1598829"/>
                  <a:gd name="connsiteY2" fmla="*/ 29253 h 172724"/>
                  <a:gd name="connsiteX3" fmla="*/ 925140 w 1598829"/>
                  <a:gd name="connsiteY3" fmla="*/ 92492 h 172724"/>
                  <a:gd name="connsiteX4" fmla="*/ 799522 w 1598829"/>
                  <a:gd name="connsiteY4" fmla="*/ 172724 h 172724"/>
                  <a:gd name="connsiteX5" fmla="*/ 799522 w 1598829"/>
                  <a:gd name="connsiteY5" fmla="*/ 172724 h 172724"/>
                  <a:gd name="connsiteX6" fmla="*/ 673905 w 1598829"/>
                  <a:gd name="connsiteY6" fmla="*/ 92492 h 172724"/>
                  <a:gd name="connsiteX7" fmla="*/ 574959 w 1598829"/>
                  <a:gd name="connsiteY7" fmla="*/ 29253 h 172724"/>
                  <a:gd name="connsiteX8" fmla="*/ 476014 w 1598829"/>
                  <a:gd name="connsiteY8" fmla="*/ 92492 h 172724"/>
                  <a:gd name="connsiteX9" fmla="*/ 350396 w 1598829"/>
                  <a:gd name="connsiteY9" fmla="*/ 172724 h 172724"/>
                  <a:gd name="connsiteX10" fmla="*/ 224778 w 1598829"/>
                  <a:gd name="connsiteY10" fmla="*/ 92492 h 172724"/>
                  <a:gd name="connsiteX11" fmla="*/ 125833 w 1598829"/>
                  <a:gd name="connsiteY11" fmla="*/ 29253 h 172724"/>
                  <a:gd name="connsiteX12" fmla="*/ 26887 w 1598829"/>
                  <a:gd name="connsiteY12" fmla="*/ 92492 h 172724"/>
                  <a:gd name="connsiteX13" fmla="*/ 0 w 1598829"/>
                  <a:gd name="connsiteY13" fmla="*/ 80232 h 172724"/>
                  <a:gd name="connsiteX14" fmla="*/ 125618 w 1598829"/>
                  <a:gd name="connsiteY14" fmla="*/ 0 h 172724"/>
                  <a:gd name="connsiteX15" fmla="*/ 251235 w 1598829"/>
                  <a:gd name="connsiteY15" fmla="*/ 80232 h 172724"/>
                  <a:gd name="connsiteX16" fmla="*/ 350181 w 1598829"/>
                  <a:gd name="connsiteY16" fmla="*/ 143471 h 172724"/>
                  <a:gd name="connsiteX17" fmla="*/ 449126 w 1598829"/>
                  <a:gd name="connsiteY17" fmla="*/ 80232 h 172724"/>
                  <a:gd name="connsiteX18" fmla="*/ 574744 w 1598829"/>
                  <a:gd name="connsiteY18" fmla="*/ 0 h 172724"/>
                  <a:gd name="connsiteX19" fmla="*/ 700362 w 1598829"/>
                  <a:gd name="connsiteY19" fmla="*/ 80232 h 172724"/>
                  <a:gd name="connsiteX20" fmla="*/ 799307 w 1598829"/>
                  <a:gd name="connsiteY20" fmla="*/ 143471 h 172724"/>
                  <a:gd name="connsiteX21" fmla="*/ 799307 w 1598829"/>
                  <a:gd name="connsiteY21" fmla="*/ 143471 h 172724"/>
                  <a:gd name="connsiteX22" fmla="*/ 898253 w 1598829"/>
                  <a:gd name="connsiteY22" fmla="*/ 80232 h 172724"/>
                  <a:gd name="connsiteX23" fmla="*/ 1024085 w 1598829"/>
                  <a:gd name="connsiteY23" fmla="*/ 0 h 172724"/>
                  <a:gd name="connsiteX24" fmla="*/ 1149703 w 1598829"/>
                  <a:gd name="connsiteY24" fmla="*/ 80232 h 172724"/>
                  <a:gd name="connsiteX25" fmla="*/ 1248648 w 1598829"/>
                  <a:gd name="connsiteY25" fmla="*/ 143471 h 172724"/>
                  <a:gd name="connsiteX26" fmla="*/ 1347594 w 1598829"/>
                  <a:gd name="connsiteY26" fmla="*/ 80232 h 172724"/>
                  <a:gd name="connsiteX27" fmla="*/ 1473212 w 1598829"/>
                  <a:gd name="connsiteY27" fmla="*/ 0 h 172724"/>
                  <a:gd name="connsiteX28" fmla="*/ 1598829 w 1598829"/>
                  <a:gd name="connsiteY28" fmla="*/ 80232 h 172724"/>
                  <a:gd name="connsiteX29" fmla="*/ 1572157 w 1598829"/>
                  <a:gd name="connsiteY29" fmla="*/ 92492 h 172724"/>
                  <a:gd name="connsiteX30" fmla="*/ 1473212 w 1598829"/>
                  <a:gd name="connsiteY30" fmla="*/ 29253 h 172724"/>
                  <a:gd name="connsiteX31" fmla="*/ 1374266 w 1598829"/>
                  <a:gd name="connsiteY31" fmla="*/ 92492 h 172724"/>
                  <a:gd name="connsiteX32" fmla="*/ 1248648 w 1598829"/>
                  <a:gd name="connsiteY32" fmla="*/ 172724 h 17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829" h="172724">
                    <a:moveTo>
                      <a:pt x="1248648" y="172724"/>
                    </a:moveTo>
                    <a:cubicBezTo>
                      <a:pt x="1194229" y="172724"/>
                      <a:pt x="1146046" y="141965"/>
                      <a:pt x="1123031" y="92492"/>
                    </a:cubicBezTo>
                    <a:cubicBezTo>
                      <a:pt x="1104962" y="53560"/>
                      <a:pt x="1067105" y="29253"/>
                      <a:pt x="1024085" y="29253"/>
                    </a:cubicBezTo>
                    <a:cubicBezTo>
                      <a:pt x="981066" y="29253"/>
                      <a:pt x="943208" y="53560"/>
                      <a:pt x="925140" y="92492"/>
                    </a:cubicBezTo>
                    <a:cubicBezTo>
                      <a:pt x="902124" y="141965"/>
                      <a:pt x="853942" y="172724"/>
                      <a:pt x="799522" y="172724"/>
                    </a:cubicBezTo>
                    <a:cubicBezTo>
                      <a:pt x="799522" y="172724"/>
                      <a:pt x="799522" y="172724"/>
                      <a:pt x="799522" y="172724"/>
                    </a:cubicBezTo>
                    <a:cubicBezTo>
                      <a:pt x="744887" y="172724"/>
                      <a:pt x="696920" y="141965"/>
                      <a:pt x="673905" y="92492"/>
                    </a:cubicBezTo>
                    <a:cubicBezTo>
                      <a:pt x="655836" y="53560"/>
                      <a:pt x="617979" y="29253"/>
                      <a:pt x="574959" y="29253"/>
                    </a:cubicBezTo>
                    <a:cubicBezTo>
                      <a:pt x="531939" y="29253"/>
                      <a:pt x="494082" y="53560"/>
                      <a:pt x="476014" y="92492"/>
                    </a:cubicBezTo>
                    <a:cubicBezTo>
                      <a:pt x="452998" y="141965"/>
                      <a:pt x="405031" y="172724"/>
                      <a:pt x="350396" y="172724"/>
                    </a:cubicBezTo>
                    <a:cubicBezTo>
                      <a:pt x="295976" y="172724"/>
                      <a:pt x="247794" y="141965"/>
                      <a:pt x="224778" y="92492"/>
                    </a:cubicBezTo>
                    <a:cubicBezTo>
                      <a:pt x="206710" y="53560"/>
                      <a:pt x="168853" y="29253"/>
                      <a:pt x="125833" y="29253"/>
                    </a:cubicBezTo>
                    <a:cubicBezTo>
                      <a:pt x="82813" y="29253"/>
                      <a:pt x="44956" y="53560"/>
                      <a:pt x="26887" y="92492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483" y="30759"/>
                      <a:pt x="969450" y="0"/>
                      <a:pt x="1024085" y="0"/>
                    </a:cubicBezTo>
                    <a:cubicBezTo>
                      <a:pt x="1078720" y="0"/>
                      <a:pt x="1126688" y="30759"/>
                      <a:pt x="1149703" y="80232"/>
                    </a:cubicBezTo>
                    <a:cubicBezTo>
                      <a:pt x="1167771" y="119165"/>
                      <a:pt x="1205629" y="143471"/>
                      <a:pt x="1248648" y="143471"/>
                    </a:cubicBezTo>
                    <a:cubicBezTo>
                      <a:pt x="1291668" y="143471"/>
                      <a:pt x="1329526" y="119165"/>
                      <a:pt x="1347594" y="80232"/>
                    </a:cubicBezTo>
                    <a:cubicBezTo>
                      <a:pt x="1370610" y="30759"/>
                      <a:pt x="1418792" y="0"/>
                      <a:pt x="1473212" y="0"/>
                    </a:cubicBezTo>
                    <a:cubicBezTo>
                      <a:pt x="1527847" y="0"/>
                      <a:pt x="1576029" y="30759"/>
                      <a:pt x="1598829" y="80232"/>
                    </a:cubicBezTo>
                    <a:lnTo>
                      <a:pt x="1572157" y="92492"/>
                    </a:lnTo>
                    <a:cubicBezTo>
                      <a:pt x="1554089" y="53560"/>
                      <a:pt x="1516016" y="29253"/>
                      <a:pt x="1473212" y="29253"/>
                    </a:cubicBezTo>
                    <a:cubicBezTo>
                      <a:pt x="1430192" y="29253"/>
                      <a:pt x="1392335" y="53560"/>
                      <a:pt x="1374266" y="92492"/>
                    </a:cubicBezTo>
                    <a:cubicBezTo>
                      <a:pt x="1351251" y="141965"/>
                      <a:pt x="1303069" y="172724"/>
                      <a:pt x="1248648" y="172724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8" name="Graphic 190">
              <a:extLst>
                <a:ext uri="{FF2B5EF4-FFF2-40B4-BE49-F238E27FC236}">
                  <a16:creationId xmlns:a16="http://schemas.microsoft.com/office/drawing/2014/main" id="{91DC38B0-ED19-4BAC-A009-485461F23D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491531" y="1420258"/>
              <a:ext cx="1598829" cy="531293"/>
              <a:chOff x="2504802" y="1755501"/>
              <a:chExt cx="1598829" cy="531293"/>
            </a:xfrm>
            <a:grpFill/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1A2C10C3-E625-41E2-8047-2AE4A87F33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2113855"/>
                <a:ext cx="1598614" cy="172939"/>
              </a:xfrm>
              <a:custGeom>
                <a:avLst/>
                <a:gdLst>
                  <a:gd name="connsiteX0" fmla="*/ 1248648 w 1598614"/>
                  <a:gd name="connsiteY0" fmla="*/ 172939 h 172939"/>
                  <a:gd name="connsiteX1" fmla="*/ 1123031 w 1598614"/>
                  <a:gd name="connsiteY1" fmla="*/ 92708 h 172939"/>
                  <a:gd name="connsiteX2" fmla="*/ 1024085 w 1598614"/>
                  <a:gd name="connsiteY2" fmla="*/ 29469 h 172939"/>
                  <a:gd name="connsiteX3" fmla="*/ 925140 w 1598614"/>
                  <a:gd name="connsiteY3" fmla="*/ 92708 h 172939"/>
                  <a:gd name="connsiteX4" fmla="*/ 799522 w 1598614"/>
                  <a:gd name="connsiteY4" fmla="*/ 172939 h 172939"/>
                  <a:gd name="connsiteX5" fmla="*/ 799522 w 1598614"/>
                  <a:gd name="connsiteY5" fmla="*/ 172939 h 172939"/>
                  <a:gd name="connsiteX6" fmla="*/ 673905 w 1598614"/>
                  <a:gd name="connsiteY6" fmla="*/ 92708 h 172939"/>
                  <a:gd name="connsiteX7" fmla="*/ 574959 w 1598614"/>
                  <a:gd name="connsiteY7" fmla="*/ 29469 h 172939"/>
                  <a:gd name="connsiteX8" fmla="*/ 476014 w 1598614"/>
                  <a:gd name="connsiteY8" fmla="*/ 92708 h 172939"/>
                  <a:gd name="connsiteX9" fmla="*/ 350396 w 1598614"/>
                  <a:gd name="connsiteY9" fmla="*/ 172939 h 172939"/>
                  <a:gd name="connsiteX10" fmla="*/ 224778 w 1598614"/>
                  <a:gd name="connsiteY10" fmla="*/ 92708 h 172939"/>
                  <a:gd name="connsiteX11" fmla="*/ 125833 w 1598614"/>
                  <a:gd name="connsiteY11" fmla="*/ 29469 h 172939"/>
                  <a:gd name="connsiteX12" fmla="*/ 26887 w 1598614"/>
                  <a:gd name="connsiteY12" fmla="*/ 92708 h 172939"/>
                  <a:gd name="connsiteX13" fmla="*/ 0 w 1598614"/>
                  <a:gd name="connsiteY13" fmla="*/ 80232 h 172939"/>
                  <a:gd name="connsiteX14" fmla="*/ 125618 w 1598614"/>
                  <a:gd name="connsiteY14" fmla="*/ 0 h 172939"/>
                  <a:gd name="connsiteX15" fmla="*/ 251235 w 1598614"/>
                  <a:gd name="connsiteY15" fmla="*/ 80232 h 172939"/>
                  <a:gd name="connsiteX16" fmla="*/ 350181 w 1598614"/>
                  <a:gd name="connsiteY16" fmla="*/ 143471 h 172939"/>
                  <a:gd name="connsiteX17" fmla="*/ 449126 w 1598614"/>
                  <a:gd name="connsiteY17" fmla="*/ 80232 h 172939"/>
                  <a:gd name="connsiteX18" fmla="*/ 574744 w 1598614"/>
                  <a:gd name="connsiteY18" fmla="*/ 0 h 172939"/>
                  <a:gd name="connsiteX19" fmla="*/ 700362 w 1598614"/>
                  <a:gd name="connsiteY19" fmla="*/ 80232 h 172939"/>
                  <a:gd name="connsiteX20" fmla="*/ 799307 w 1598614"/>
                  <a:gd name="connsiteY20" fmla="*/ 143471 h 172939"/>
                  <a:gd name="connsiteX21" fmla="*/ 799307 w 1598614"/>
                  <a:gd name="connsiteY21" fmla="*/ 143471 h 172939"/>
                  <a:gd name="connsiteX22" fmla="*/ 898253 w 1598614"/>
                  <a:gd name="connsiteY22" fmla="*/ 80232 h 172939"/>
                  <a:gd name="connsiteX23" fmla="*/ 1023870 w 1598614"/>
                  <a:gd name="connsiteY23" fmla="*/ 0 h 172939"/>
                  <a:gd name="connsiteX24" fmla="*/ 1149488 w 1598614"/>
                  <a:gd name="connsiteY24" fmla="*/ 80232 h 172939"/>
                  <a:gd name="connsiteX25" fmla="*/ 1248433 w 1598614"/>
                  <a:gd name="connsiteY25" fmla="*/ 143471 h 172939"/>
                  <a:gd name="connsiteX26" fmla="*/ 1347379 w 1598614"/>
                  <a:gd name="connsiteY26" fmla="*/ 80232 h 172939"/>
                  <a:gd name="connsiteX27" fmla="*/ 1472997 w 1598614"/>
                  <a:gd name="connsiteY27" fmla="*/ 0 h 172939"/>
                  <a:gd name="connsiteX28" fmla="*/ 1598614 w 1598614"/>
                  <a:gd name="connsiteY28" fmla="*/ 80232 h 172939"/>
                  <a:gd name="connsiteX29" fmla="*/ 1571942 w 1598614"/>
                  <a:gd name="connsiteY29" fmla="*/ 92708 h 172939"/>
                  <a:gd name="connsiteX30" fmla="*/ 1472997 w 1598614"/>
                  <a:gd name="connsiteY30" fmla="*/ 29469 h 172939"/>
                  <a:gd name="connsiteX31" fmla="*/ 1374051 w 1598614"/>
                  <a:gd name="connsiteY31" fmla="*/ 92708 h 172939"/>
                  <a:gd name="connsiteX32" fmla="*/ 1248648 w 1598614"/>
                  <a:gd name="connsiteY32" fmla="*/ 172939 h 172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614" h="172939">
                    <a:moveTo>
                      <a:pt x="1248648" y="172939"/>
                    </a:moveTo>
                    <a:cubicBezTo>
                      <a:pt x="1194229" y="172939"/>
                      <a:pt x="1146046" y="142180"/>
                      <a:pt x="1123031" y="92708"/>
                    </a:cubicBezTo>
                    <a:cubicBezTo>
                      <a:pt x="1104962" y="53775"/>
                      <a:pt x="1067105" y="29469"/>
                      <a:pt x="1024085" y="29469"/>
                    </a:cubicBezTo>
                    <a:cubicBezTo>
                      <a:pt x="981066" y="29469"/>
                      <a:pt x="943208" y="53775"/>
                      <a:pt x="925140" y="92708"/>
                    </a:cubicBezTo>
                    <a:cubicBezTo>
                      <a:pt x="902124" y="142180"/>
                      <a:pt x="853942" y="172939"/>
                      <a:pt x="799522" y="172939"/>
                    </a:cubicBezTo>
                    <a:cubicBezTo>
                      <a:pt x="799522" y="172939"/>
                      <a:pt x="799522" y="172939"/>
                      <a:pt x="799522" y="172939"/>
                    </a:cubicBezTo>
                    <a:cubicBezTo>
                      <a:pt x="744887" y="172939"/>
                      <a:pt x="696920" y="142180"/>
                      <a:pt x="673905" y="92708"/>
                    </a:cubicBezTo>
                    <a:cubicBezTo>
                      <a:pt x="655836" y="53775"/>
                      <a:pt x="617979" y="29469"/>
                      <a:pt x="574959" y="29469"/>
                    </a:cubicBezTo>
                    <a:cubicBezTo>
                      <a:pt x="531939" y="29469"/>
                      <a:pt x="494082" y="53775"/>
                      <a:pt x="476014" y="92708"/>
                    </a:cubicBezTo>
                    <a:cubicBezTo>
                      <a:pt x="452998" y="142180"/>
                      <a:pt x="405031" y="172939"/>
                      <a:pt x="350396" y="172939"/>
                    </a:cubicBezTo>
                    <a:cubicBezTo>
                      <a:pt x="295976" y="172939"/>
                      <a:pt x="247794" y="142180"/>
                      <a:pt x="224778" y="92708"/>
                    </a:cubicBezTo>
                    <a:cubicBezTo>
                      <a:pt x="206710" y="53775"/>
                      <a:pt x="168853" y="29469"/>
                      <a:pt x="125833" y="29469"/>
                    </a:cubicBezTo>
                    <a:cubicBezTo>
                      <a:pt x="82813" y="29469"/>
                      <a:pt x="44956" y="53775"/>
                      <a:pt x="26887" y="92708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268" y="30759"/>
                      <a:pt x="969235" y="0"/>
                      <a:pt x="1023870" y="0"/>
                    </a:cubicBezTo>
                    <a:cubicBezTo>
                      <a:pt x="1078505" y="0"/>
                      <a:pt x="1126472" y="30759"/>
                      <a:pt x="1149488" y="80232"/>
                    </a:cubicBezTo>
                    <a:cubicBezTo>
                      <a:pt x="1167556" y="119165"/>
                      <a:pt x="1205414" y="143471"/>
                      <a:pt x="1248433" y="143471"/>
                    </a:cubicBezTo>
                    <a:cubicBezTo>
                      <a:pt x="1291453" y="143471"/>
                      <a:pt x="1329311" y="119165"/>
                      <a:pt x="1347379" y="80232"/>
                    </a:cubicBezTo>
                    <a:cubicBezTo>
                      <a:pt x="1370394" y="30759"/>
                      <a:pt x="1418361" y="0"/>
                      <a:pt x="1472997" y="0"/>
                    </a:cubicBezTo>
                    <a:cubicBezTo>
                      <a:pt x="1527632" y="0"/>
                      <a:pt x="1575814" y="30759"/>
                      <a:pt x="1598614" y="80232"/>
                    </a:cubicBezTo>
                    <a:lnTo>
                      <a:pt x="1571942" y="92708"/>
                    </a:lnTo>
                    <a:cubicBezTo>
                      <a:pt x="1553874" y="53775"/>
                      <a:pt x="1515801" y="29469"/>
                      <a:pt x="1472997" y="29469"/>
                    </a:cubicBezTo>
                    <a:cubicBezTo>
                      <a:pt x="1429977" y="29469"/>
                      <a:pt x="1392119" y="53775"/>
                      <a:pt x="1374051" y="92708"/>
                    </a:cubicBezTo>
                    <a:cubicBezTo>
                      <a:pt x="1351251" y="142180"/>
                      <a:pt x="1303069" y="172939"/>
                      <a:pt x="1248648" y="172939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F0340A9-BD8A-4ABB-9AC1-7A14DF22EE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1755501"/>
                <a:ext cx="1598829" cy="172724"/>
              </a:xfrm>
              <a:custGeom>
                <a:avLst/>
                <a:gdLst>
                  <a:gd name="connsiteX0" fmla="*/ 1248648 w 1598829"/>
                  <a:gd name="connsiteY0" fmla="*/ 172724 h 172724"/>
                  <a:gd name="connsiteX1" fmla="*/ 1123031 w 1598829"/>
                  <a:gd name="connsiteY1" fmla="*/ 92492 h 172724"/>
                  <a:gd name="connsiteX2" fmla="*/ 1024085 w 1598829"/>
                  <a:gd name="connsiteY2" fmla="*/ 29253 h 172724"/>
                  <a:gd name="connsiteX3" fmla="*/ 925140 w 1598829"/>
                  <a:gd name="connsiteY3" fmla="*/ 92492 h 172724"/>
                  <a:gd name="connsiteX4" fmla="*/ 799522 w 1598829"/>
                  <a:gd name="connsiteY4" fmla="*/ 172724 h 172724"/>
                  <a:gd name="connsiteX5" fmla="*/ 799522 w 1598829"/>
                  <a:gd name="connsiteY5" fmla="*/ 172724 h 172724"/>
                  <a:gd name="connsiteX6" fmla="*/ 673905 w 1598829"/>
                  <a:gd name="connsiteY6" fmla="*/ 92492 h 172724"/>
                  <a:gd name="connsiteX7" fmla="*/ 574959 w 1598829"/>
                  <a:gd name="connsiteY7" fmla="*/ 29253 h 172724"/>
                  <a:gd name="connsiteX8" fmla="*/ 476014 w 1598829"/>
                  <a:gd name="connsiteY8" fmla="*/ 92492 h 172724"/>
                  <a:gd name="connsiteX9" fmla="*/ 350396 w 1598829"/>
                  <a:gd name="connsiteY9" fmla="*/ 172724 h 172724"/>
                  <a:gd name="connsiteX10" fmla="*/ 224778 w 1598829"/>
                  <a:gd name="connsiteY10" fmla="*/ 92492 h 172724"/>
                  <a:gd name="connsiteX11" fmla="*/ 125833 w 1598829"/>
                  <a:gd name="connsiteY11" fmla="*/ 29253 h 172724"/>
                  <a:gd name="connsiteX12" fmla="*/ 26887 w 1598829"/>
                  <a:gd name="connsiteY12" fmla="*/ 92492 h 172724"/>
                  <a:gd name="connsiteX13" fmla="*/ 0 w 1598829"/>
                  <a:gd name="connsiteY13" fmla="*/ 80232 h 172724"/>
                  <a:gd name="connsiteX14" fmla="*/ 125618 w 1598829"/>
                  <a:gd name="connsiteY14" fmla="*/ 0 h 172724"/>
                  <a:gd name="connsiteX15" fmla="*/ 251235 w 1598829"/>
                  <a:gd name="connsiteY15" fmla="*/ 80232 h 172724"/>
                  <a:gd name="connsiteX16" fmla="*/ 350181 w 1598829"/>
                  <a:gd name="connsiteY16" fmla="*/ 143471 h 172724"/>
                  <a:gd name="connsiteX17" fmla="*/ 449126 w 1598829"/>
                  <a:gd name="connsiteY17" fmla="*/ 80232 h 172724"/>
                  <a:gd name="connsiteX18" fmla="*/ 574744 w 1598829"/>
                  <a:gd name="connsiteY18" fmla="*/ 0 h 172724"/>
                  <a:gd name="connsiteX19" fmla="*/ 700362 w 1598829"/>
                  <a:gd name="connsiteY19" fmla="*/ 80232 h 172724"/>
                  <a:gd name="connsiteX20" fmla="*/ 799307 w 1598829"/>
                  <a:gd name="connsiteY20" fmla="*/ 143471 h 172724"/>
                  <a:gd name="connsiteX21" fmla="*/ 799307 w 1598829"/>
                  <a:gd name="connsiteY21" fmla="*/ 143471 h 172724"/>
                  <a:gd name="connsiteX22" fmla="*/ 898253 w 1598829"/>
                  <a:gd name="connsiteY22" fmla="*/ 80232 h 172724"/>
                  <a:gd name="connsiteX23" fmla="*/ 1024085 w 1598829"/>
                  <a:gd name="connsiteY23" fmla="*/ 0 h 172724"/>
                  <a:gd name="connsiteX24" fmla="*/ 1149703 w 1598829"/>
                  <a:gd name="connsiteY24" fmla="*/ 80232 h 172724"/>
                  <a:gd name="connsiteX25" fmla="*/ 1248648 w 1598829"/>
                  <a:gd name="connsiteY25" fmla="*/ 143471 h 172724"/>
                  <a:gd name="connsiteX26" fmla="*/ 1347594 w 1598829"/>
                  <a:gd name="connsiteY26" fmla="*/ 80232 h 172724"/>
                  <a:gd name="connsiteX27" fmla="*/ 1473212 w 1598829"/>
                  <a:gd name="connsiteY27" fmla="*/ 0 h 172724"/>
                  <a:gd name="connsiteX28" fmla="*/ 1598829 w 1598829"/>
                  <a:gd name="connsiteY28" fmla="*/ 80232 h 172724"/>
                  <a:gd name="connsiteX29" fmla="*/ 1572157 w 1598829"/>
                  <a:gd name="connsiteY29" fmla="*/ 92492 h 172724"/>
                  <a:gd name="connsiteX30" fmla="*/ 1473212 w 1598829"/>
                  <a:gd name="connsiteY30" fmla="*/ 29253 h 172724"/>
                  <a:gd name="connsiteX31" fmla="*/ 1374266 w 1598829"/>
                  <a:gd name="connsiteY31" fmla="*/ 92492 h 172724"/>
                  <a:gd name="connsiteX32" fmla="*/ 1248648 w 1598829"/>
                  <a:gd name="connsiteY32" fmla="*/ 172724 h 17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829" h="172724">
                    <a:moveTo>
                      <a:pt x="1248648" y="172724"/>
                    </a:moveTo>
                    <a:cubicBezTo>
                      <a:pt x="1194229" y="172724"/>
                      <a:pt x="1146046" y="141965"/>
                      <a:pt x="1123031" y="92492"/>
                    </a:cubicBezTo>
                    <a:cubicBezTo>
                      <a:pt x="1104962" y="53560"/>
                      <a:pt x="1067105" y="29253"/>
                      <a:pt x="1024085" y="29253"/>
                    </a:cubicBezTo>
                    <a:cubicBezTo>
                      <a:pt x="981066" y="29253"/>
                      <a:pt x="943208" y="53560"/>
                      <a:pt x="925140" y="92492"/>
                    </a:cubicBezTo>
                    <a:cubicBezTo>
                      <a:pt x="902124" y="141965"/>
                      <a:pt x="853942" y="172724"/>
                      <a:pt x="799522" y="172724"/>
                    </a:cubicBezTo>
                    <a:cubicBezTo>
                      <a:pt x="799522" y="172724"/>
                      <a:pt x="799522" y="172724"/>
                      <a:pt x="799522" y="172724"/>
                    </a:cubicBezTo>
                    <a:cubicBezTo>
                      <a:pt x="744887" y="172724"/>
                      <a:pt x="696920" y="141965"/>
                      <a:pt x="673905" y="92492"/>
                    </a:cubicBezTo>
                    <a:cubicBezTo>
                      <a:pt x="655836" y="53560"/>
                      <a:pt x="617979" y="29253"/>
                      <a:pt x="574959" y="29253"/>
                    </a:cubicBezTo>
                    <a:cubicBezTo>
                      <a:pt x="531939" y="29253"/>
                      <a:pt x="494082" y="53560"/>
                      <a:pt x="476014" y="92492"/>
                    </a:cubicBezTo>
                    <a:cubicBezTo>
                      <a:pt x="452998" y="141965"/>
                      <a:pt x="405031" y="172724"/>
                      <a:pt x="350396" y="172724"/>
                    </a:cubicBezTo>
                    <a:cubicBezTo>
                      <a:pt x="295976" y="172724"/>
                      <a:pt x="247794" y="141965"/>
                      <a:pt x="224778" y="92492"/>
                    </a:cubicBezTo>
                    <a:cubicBezTo>
                      <a:pt x="206710" y="53560"/>
                      <a:pt x="168853" y="29253"/>
                      <a:pt x="125833" y="29253"/>
                    </a:cubicBezTo>
                    <a:cubicBezTo>
                      <a:pt x="82813" y="29253"/>
                      <a:pt x="44956" y="53560"/>
                      <a:pt x="26887" y="92492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483" y="30759"/>
                      <a:pt x="969450" y="0"/>
                      <a:pt x="1024085" y="0"/>
                    </a:cubicBezTo>
                    <a:cubicBezTo>
                      <a:pt x="1078720" y="0"/>
                      <a:pt x="1126688" y="30759"/>
                      <a:pt x="1149703" y="80232"/>
                    </a:cubicBezTo>
                    <a:cubicBezTo>
                      <a:pt x="1167771" y="119165"/>
                      <a:pt x="1205629" y="143471"/>
                      <a:pt x="1248648" y="143471"/>
                    </a:cubicBezTo>
                    <a:cubicBezTo>
                      <a:pt x="1291668" y="143471"/>
                      <a:pt x="1329526" y="119165"/>
                      <a:pt x="1347594" y="80232"/>
                    </a:cubicBezTo>
                    <a:cubicBezTo>
                      <a:pt x="1370610" y="30759"/>
                      <a:pt x="1418792" y="0"/>
                      <a:pt x="1473212" y="0"/>
                    </a:cubicBezTo>
                    <a:cubicBezTo>
                      <a:pt x="1527847" y="0"/>
                      <a:pt x="1576029" y="30759"/>
                      <a:pt x="1598829" y="80232"/>
                    </a:cubicBezTo>
                    <a:lnTo>
                      <a:pt x="1572157" y="92492"/>
                    </a:lnTo>
                    <a:cubicBezTo>
                      <a:pt x="1554089" y="53560"/>
                      <a:pt x="1516016" y="29253"/>
                      <a:pt x="1473212" y="29253"/>
                    </a:cubicBezTo>
                    <a:cubicBezTo>
                      <a:pt x="1430192" y="29253"/>
                      <a:pt x="1392335" y="53560"/>
                      <a:pt x="1374266" y="92492"/>
                    </a:cubicBezTo>
                    <a:cubicBezTo>
                      <a:pt x="1351251" y="141965"/>
                      <a:pt x="1303069" y="172724"/>
                      <a:pt x="1248648" y="172724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pic>
        <p:nvPicPr>
          <p:cNvPr id="5" name="Picture 4" descr="A group of hands holding devices&#10;&#10;Description automatically generated">
            <a:extLst>
              <a:ext uri="{FF2B5EF4-FFF2-40B4-BE49-F238E27FC236}">
                <a16:creationId xmlns:a16="http://schemas.microsoft.com/office/drawing/2014/main" id="{79178F11-F3EB-3F37-19AA-BCEFC017CB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3021" y="2097575"/>
            <a:ext cx="3555043" cy="266285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03AF83E4-4DE2-499C-9F36-0279E7E4F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154385" y="4452524"/>
            <a:ext cx="1443404" cy="1443428"/>
            <a:chOff x="10154385" y="4452524"/>
            <a:chExt cx="1443404" cy="1443428"/>
          </a:xfrm>
          <a:solidFill>
            <a:schemeClr val="bg1"/>
          </a:solidFill>
        </p:grpSpPr>
        <p:grpSp>
          <p:nvGrpSpPr>
            <p:cNvPr id="25" name="Graphic 4">
              <a:extLst>
                <a:ext uri="{FF2B5EF4-FFF2-40B4-BE49-F238E27FC236}">
                  <a16:creationId xmlns:a16="http://schemas.microsoft.com/office/drawing/2014/main" id="{0B09EB4D-4323-43F4-9970-42885A83A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0154385" y="4452524"/>
              <a:ext cx="1443404" cy="1443428"/>
              <a:chOff x="5734037" y="3067039"/>
              <a:chExt cx="724483" cy="724489"/>
            </a:xfrm>
            <a:grpFill/>
          </p:grpSpPr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BA9C6284-1137-47FE-9471-23CA824947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067039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A00A6D3C-23F9-41D9-B891-14D8E2E98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8F8D96F5-1ED7-4891-8D8B-A24E72DA7C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0E9A3A72-EC37-423D-B309-A6487A86C7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EBE630AB-13C0-44A2-80CA-C07483E934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B7768337-3D65-4FE5-8E1A-D79219E0AF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968E4331-550E-4929-ACE8-D2ED2D6EA3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768D8817-CAEE-45BB-820E-A67C68D480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26284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350A8C31-0139-4ABD-967A-139738E88F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2628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9855AEE1-1C1C-4832-8B4C-042F59E029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A41C5A32-BD0A-4457-9CF7-97467FA2B7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93C14A20-2E3C-49F8-AF55-C384FEB955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DB167719-0D82-4ABF-9BC8-B073A84741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12628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8 w 14097"/>
                  <a:gd name="connsiteY1" fmla="*/ 14097 h 14097"/>
                  <a:gd name="connsiteX2" fmla="*/ 0 w 14097"/>
                  <a:gd name="connsiteY2" fmla="*/ 7049 h 14097"/>
                  <a:gd name="connsiteX3" fmla="*/ 7048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660582DE-E250-4561-9298-E4FADEB90F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820B635A-6E81-4D8A-98A3-141E57A6FF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8543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3909A0ED-D070-4792-A2EE-CCEB6BA63C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4619A19C-3B55-4085-8668-458999628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87D16772-2B59-486E-BE47-65D591C088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1D6A06B8-1E4A-497F-B977-F78E5D7D00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55BC53AD-5249-4FB1-AB74-3F71AAEB5A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36F8561A-874A-48BB-BCC2-07F002ED4F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BA6B1B8F-9695-447F-BF2F-9010D40A07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24467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454192F9-26C5-4212-BA60-CADA662AFE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244677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BFBDA013-4858-422E-AE7A-614BF71FBA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42BA261C-0C75-431D-9FD5-2C3AA241BE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0F8709D9-2655-4A39-9228-BCFCBF4122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9653F80B-5CF7-45EF-889B-FD0AAF4835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24467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2A1DA86A-7442-4897-88A4-EDD18A01C5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39623279-A4CE-49AC-B5FA-CD224324BE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0382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EB9D8B4D-1BE5-4CD9-A592-D0D3D76911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769A47A3-F5B7-4BF0-B920-21A62F96F7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6E5DCDE9-48A4-41BA-987D-CC72C62B36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0F51F840-3DBF-444E-BC79-718416C51D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2DFD2B64-98D0-4E59-AE1F-693872F36D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CF09CB65-8B7E-426C-A3FE-DD20196FCB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43149294-A5BC-4E62-A167-3CD55E05B3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63074"/>
                <a:ext cx="14192" cy="14097"/>
              </a:xfrm>
              <a:custGeom>
                <a:avLst/>
                <a:gdLst>
                  <a:gd name="connsiteX0" fmla="*/ 14192 w 14192"/>
                  <a:gd name="connsiteY0" fmla="*/ 7048 h 14097"/>
                  <a:gd name="connsiteX1" fmla="*/ 7144 w 14192"/>
                  <a:gd name="connsiteY1" fmla="*/ 14097 h 14097"/>
                  <a:gd name="connsiteX2" fmla="*/ 0 w 14192"/>
                  <a:gd name="connsiteY2" fmla="*/ 7048 h 14097"/>
                  <a:gd name="connsiteX3" fmla="*/ 7049 w 14192"/>
                  <a:gd name="connsiteY3" fmla="*/ 0 h 14097"/>
                  <a:gd name="connsiteX4" fmla="*/ 14192 w 14192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DB99FCDF-C9A0-40F7-ABDE-7247B2238D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0CE59751-EC07-43C1-A5F5-AF5D30EBBE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4573CCF2-67F2-4BD1-A01C-1D064B908F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1C60C662-612D-485A-A50D-E938C6E499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0048F63C-A2BB-4D89-9649-91EC2045C0A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63074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8 w 14097"/>
                  <a:gd name="connsiteY1" fmla="*/ 14097 h 14097"/>
                  <a:gd name="connsiteX2" fmla="*/ 0 w 14097"/>
                  <a:gd name="connsiteY2" fmla="*/ 7048 h 14097"/>
                  <a:gd name="connsiteX3" fmla="*/ 7048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C29F96C-43D4-4F0F-A76D-4CED9C610C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B660107F-776B-455F-AC78-225F21B81DE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2222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B1DB332-7265-477D-9A04-EDB3799DEA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EBBEFE2D-1654-40D8-A838-45728A16836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190211E2-64DF-4171-811B-B8A0CD87B9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F7CDCE8-8B48-4859-BDFE-FCB7BC6F58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B770A8C4-614E-4295-A937-718CC61B25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A699ADB6-675C-44B0-B96E-EDD7AC1F96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64875E98-2AA1-4001-90EA-2F3D9E017E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6953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5BEC7219-356F-4141-B57B-8BCD85BF77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564D4AAB-BB2C-4A77-BB45-94EEC66CD7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9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CE9CF29A-81CA-4A03-8B04-55F5668826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52FEFF22-7798-4730-9C0B-EC7EAFCD01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00149276-D167-4D2B-93F1-FD2958302B7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E7DC22D5-A39C-4789-A952-D891488772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26281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7BA51EF1-15F0-4193-AB83-F8C8A64D62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3FB75ADB-F020-4C56-91C6-9AB4629855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DBCE5CDF-BBF6-4E67-8CCE-9482D7EB4F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2138BABC-E51C-4F80-972E-CF44385C16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96B0C850-272E-4B08-8779-B872DCAA37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2628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2EEE54AF-B9C2-494D-9E02-2F67FEF7A2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85433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D21349A4-F7C9-492C-A658-EA9F7538B6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D88D1ED8-AC07-4621-9933-E10CE61220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6FD21FCD-1DA9-45C2-9AB5-548EE0E6E6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8BDD8CA-1442-470F-A5D3-FC8A87A103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3B8DF094-690E-4C13-8284-7A7C97441A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85432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FE0B926C-A114-444D-BA51-FECE28B03C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244676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00BDE6CC-5F54-4752-ACC4-E3BCF2BEEA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6E28F857-CCD8-4222-84C0-A0B415E7BD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CD2687E0-0214-44E6-8BB1-34F6B7BA89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7F1236AA-FC17-487E-83B1-D71BCB2A87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623384AA-72EF-4BCF-9137-1944405836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24467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1BD81D1B-2270-4FBE-B437-F0DBB8DDFF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6411E268-F8CA-4C78-82ED-DDCF28B0BE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D48F8732-5205-4843-A2EB-3E0EB18F9F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DC5966DA-8E1A-43FF-A1A4-C6879B4564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E3BEFD3E-662F-4B38-859E-093A14241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06C52F63-F17B-4356-A3AE-9707D93D29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85706A28-0822-4064-AD3E-2A1F4E1C9E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348A813F-1672-44DB-A207-F3494E7C28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6FC8AEBA-4BD5-4BB0-B004-A8B06B6A41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71ED8D8F-0325-426C-9257-1A5048211F5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0FF054DF-85C2-466A-9D64-EB6D95AA82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2D01FA60-E77D-41EE-8228-CFB979E3D5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63074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AC8D6F02-E0C8-4EF5-9D41-E75C16C16E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BD111AAF-4EE4-4A89-84D2-4201F035D7A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E8F4C133-3F54-4715-A7D6-4261B9A998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0BAA2E6B-E393-45EA-8AE6-A775AA69CC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7DB4F953-9FE8-4B8D-A62B-CB20A7037A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9D918AF2-85FB-436F-99DB-622B076646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4222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1F078C58-0893-4D64-B685-BCB70CAC62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81374"/>
                <a:ext cx="14192" cy="14096"/>
              </a:xfrm>
              <a:custGeom>
                <a:avLst/>
                <a:gdLst>
                  <a:gd name="connsiteX0" fmla="*/ 14192 w 14192"/>
                  <a:gd name="connsiteY0" fmla="*/ 7049 h 14096"/>
                  <a:gd name="connsiteX1" fmla="*/ 7144 w 14192"/>
                  <a:gd name="connsiteY1" fmla="*/ 14097 h 14096"/>
                  <a:gd name="connsiteX2" fmla="*/ 0 w 14192"/>
                  <a:gd name="connsiteY2" fmla="*/ 7049 h 14096"/>
                  <a:gd name="connsiteX3" fmla="*/ 7049 w 14192"/>
                  <a:gd name="connsiteY3" fmla="*/ 0 h 14096"/>
                  <a:gd name="connsiteX4" fmla="*/ 14192 w 14192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1049"/>
                      <a:pt x="0" y="7049"/>
                    </a:cubicBezTo>
                    <a:cubicBezTo>
                      <a:pt x="0" y="3048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AEDA3784-7618-477C-A8B0-36FA393D64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0AC49727-CA00-439E-82D4-B446B789650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6B67B441-65C8-4A53-968B-C56CB40867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94CEDDB5-CC85-4A9E-A73C-85D7B714FA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80BF7883-770D-4CA2-BE01-C5F4B102B9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7DF07BC6-9560-430C-86FA-AFA6F7DF09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9B085920-7744-44C8-AF91-D2F16C997D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4062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22308C0A-08FC-4AAA-87B2-1E57033E4A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AB727BDA-993C-4BB5-8CED-8D50C55F7A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1BB192D1-56DC-4342-911C-7D80A9084D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337ADC5A-E225-4E91-B940-2DD15330E7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0D170CF5-349D-4588-8AD3-373D47A4EC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297A6982-5B80-4376-A9D2-C11E9B0843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0B14F779-546D-4011-8459-2E8E34C505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9977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35AE6943-22C6-405D-A071-F8EC29DAB0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2464DBFD-1DA1-456F-8427-CF66CD4C8D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C9CA1114-00C4-448B-BF9A-9D70C709B0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2101A885-A4A8-4AFE-9905-E510D58C84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661E165D-4826-43AD-AD75-1C965A71A0B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C1F2231A-5945-44AF-95E4-6D14529C86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1998F14A-698C-4220-92B8-2EC10C3561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7" y="365901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496E0BBF-D595-4DAE-91C6-4EB179C693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2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E31F1BC0-CB0A-4386-BE5E-7972AFB050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2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B1575BDE-4CFA-4FAD-9F64-692A6DBFF5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9D32D2E3-5D5B-4751-A477-A26860AC17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92009233-25F1-4029-B170-318CBBA005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CCBFA5E5-8384-4D58-BD73-BA36E23E80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ACBBAC3-185E-4C28-81AB-C9BE2A88DE7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9" y="371816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225AF996-F3FB-4AF2-B954-BDF79069E7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E10B0127-17D3-4B62-8708-9558A79455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4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A36A9D1B-B750-446F-99FF-E3280E32AD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C078DB92-DE53-4BEC-BBD4-B5966EAA16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7334AD7D-F850-4E92-89F9-49EE6E3AA7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14D983A3-96A9-4BB8-90D5-93B0E625F8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5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43A1FFE3-BB5F-4455-B23F-DA56AE791E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40" y="377741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C34E69E0-4115-4CAA-86FB-1D5A8830D9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5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E5707C7C-BEB2-4920-9D44-8AF218FFBF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6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D95D2E5E-6D1E-43FC-A231-E28A082964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83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B511D52-FE0D-4F8D-AC2F-6806904C67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35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E4D31CC7-D38B-4566-A6F9-5CB84EEAAD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82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48116577-FA2A-434D-83D4-213A1497D2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31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02288414-AA9B-4065-A506-AE5ED2ABC5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481374"/>
                <a:ext cx="14097" cy="14096"/>
              </a:xfrm>
              <a:custGeom>
                <a:avLst/>
                <a:gdLst>
                  <a:gd name="connsiteX0" fmla="*/ 14097 w 14097"/>
                  <a:gd name="connsiteY0" fmla="*/ 7049 h 14096"/>
                  <a:gd name="connsiteX1" fmla="*/ 7049 w 14097"/>
                  <a:gd name="connsiteY1" fmla="*/ 14097 h 14096"/>
                  <a:gd name="connsiteX2" fmla="*/ 0 w 14097"/>
                  <a:gd name="connsiteY2" fmla="*/ 7049 h 14096"/>
                  <a:gd name="connsiteX3" fmla="*/ 7049 w 14097"/>
                  <a:gd name="connsiteY3" fmla="*/ 0 h 14096"/>
                  <a:gd name="connsiteX4" fmla="*/ 14097 w 14097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92EAF5E5-70A0-4FE6-B906-6BCF9C49F7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3DA12971-2CD2-4DE8-8B05-8B11B5614B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9 w 14096"/>
                  <a:gd name="connsiteY1" fmla="*/ 14097 h 14096"/>
                  <a:gd name="connsiteX2" fmla="*/ 0 w 14096"/>
                  <a:gd name="connsiteY2" fmla="*/ 7049 h 14096"/>
                  <a:gd name="connsiteX3" fmla="*/ 7049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9486073-CABC-45A3-B442-5959E5CE6D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3EEB7953-85A2-4391-931C-CE88AC0532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1BF2EBC9-4A08-4A35-8C75-15E51BA0AB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48137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1686BEF1-7F1A-40F6-BC3F-24221ACECC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40622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5D2D2281-DA3F-41A6-B56E-2EE507826A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4062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1EBA419-056B-478C-A25C-B349F4DDD9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406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3DE38383-61B3-4E4E-B781-1C7DA04D657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4062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F62AD048-154B-4830-A46F-263BA35AA7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4063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636A730F-15EE-440C-84B5-0541AE95468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40631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1AF286F-6D0E-447F-B4D1-24729E0D62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99781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36F64061-98E4-477D-BABF-CC6BA8D6760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1C601616-D38B-4ED2-BD55-F5AEA36AB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E0593B16-48EE-41A8-B4AF-E03A74CBB8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26B2406B-8A3A-4381-8D69-1178F16C4D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9978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DF1F792D-BA16-4D8F-99C3-E5E6959A51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9978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AA77D5AF-6FFE-4577-BC40-BA19023071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659026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08F16A01-2EE8-4E4F-83CD-2000577D14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18ACB7FF-8D64-44A2-8571-7DB441D97E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E15E0D81-20B6-4D4C-9B7C-4D5A01B6AA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8F687395-0ADA-4504-B6D0-D55493AB66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94D99C3F-4701-403D-A69E-EE345B0E41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0C6D9CF1-A535-4742-B2CF-B61ADC55ED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718177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E9EB265F-CF4E-4485-88F1-AE3CE1BE37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9B354D37-6517-4AF4-8195-9A7B43D20C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A3087FA-3C5B-4898-9FE2-633DAA0B74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C8D7AB32-147E-4110-ABBE-7F1FB68942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71817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42ED17E-A6FC-4BC6-B7FE-EF9BC5B151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71817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610CFBC-B173-4CBE-BBD7-7E859FCAB0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2" y="3777419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7578019C-8AAF-4A81-84C4-155EB43FAF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2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46936191-0661-4BD8-9A61-D00FAC97DF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8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F7BC1D8F-F88B-4A19-B640-8DCC739927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4" y="3777383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47D77817-943A-4D8A-82EE-C309FC9FF0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87" y="377742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BF86E220-D031-40B7-B3A2-0C723E3A91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24" y="37774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26" name="Graphic 4">
              <a:extLst>
                <a:ext uri="{FF2B5EF4-FFF2-40B4-BE49-F238E27FC236}">
                  <a16:creationId xmlns:a16="http://schemas.microsoft.com/office/drawing/2014/main" id="{226E1D80-1BFB-4A13-8F3C-94D54398C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0154385" y="4452524"/>
              <a:ext cx="1443404" cy="1443428"/>
              <a:chOff x="5734037" y="3067039"/>
              <a:chExt cx="724483" cy="724489"/>
            </a:xfrm>
            <a:grpFill/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3DCC1C21-CB11-4506-90E4-37DCD97AFC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067039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68177170-8FD3-4752-B1DB-0186ADF9B1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8CAA5FB4-9073-4612-99F5-95E1C6D067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DE021324-18DD-4114-8992-9652707C16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6ECBC33B-D8EB-4804-9EA3-57C07B57C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D03927C7-0E45-4B61-844A-4A626FDF6A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AC6AF6E8-E748-47F7-B35C-567D5FBA6C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1EC671E5-B299-470C-9C7A-A50106E51B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26284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410EBDF-623D-41EF-82A4-9FB938A7B6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2628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B6F866F8-B429-471B-9C2B-051BDCBAFE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883B4FBD-06C8-4D5D-B0D9-755E4CD1AA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DE3FD149-0B2F-4DA0-9721-59B9FEE8E0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4D26DB48-036E-4616-BA8B-C606A7B58B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12628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8 w 14097"/>
                  <a:gd name="connsiteY1" fmla="*/ 14097 h 14097"/>
                  <a:gd name="connsiteX2" fmla="*/ 0 w 14097"/>
                  <a:gd name="connsiteY2" fmla="*/ 7049 h 14097"/>
                  <a:gd name="connsiteX3" fmla="*/ 7048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8D6F6275-06AB-4316-B8C4-927E53487C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8E8CABF3-9C76-46A0-8DE9-F055C94A93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8543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01A12ED9-6299-4ABD-9827-DD52FE22B2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C0ADA37A-E396-4F92-AB19-D6994E0DD5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6A96001A-BD0F-4CF9-A22B-545ED4F863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D9ACB13-4C6C-4347-9F65-1309B33A17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1F17BE4A-72F8-4529-8558-E62103AEA7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806708C3-D03F-4605-8C6F-AE8EDA0838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D520ADFA-68AE-4CE4-913A-F070A2817D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24467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3C6C63AD-C87A-403E-ADB5-4EDD034438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244677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9370EAC6-89F0-4826-90D1-E55C334479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1FB61DD4-AB7B-417A-AE96-B1D9CBAC10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B4AD18D2-11BA-4192-9845-206C033F3E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85892E2D-483A-4C0A-87C7-6FFA2EB5E2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24467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A4037ACD-005D-4907-942F-D565AF6C83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AA8FD84E-39BE-456B-84C5-E03698AAC9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0382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B2FC47C2-6EF5-4D17-8703-527F28609C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DD29BC8A-00E1-481E-8BA4-1AA7F4AA12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5AF6ABE5-726A-495B-A832-3851CB9115D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F8E250A7-0600-440B-BEBC-61B2D4D7B1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CC36BEB1-881D-4496-AD7F-1CC4B46FA5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371DFE25-AF37-409C-B032-5F47D7150F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39AF97A7-FC44-49BF-ABD1-59DB48B898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63074"/>
                <a:ext cx="14192" cy="14097"/>
              </a:xfrm>
              <a:custGeom>
                <a:avLst/>
                <a:gdLst>
                  <a:gd name="connsiteX0" fmla="*/ 14192 w 14192"/>
                  <a:gd name="connsiteY0" fmla="*/ 7048 h 14097"/>
                  <a:gd name="connsiteX1" fmla="*/ 7144 w 14192"/>
                  <a:gd name="connsiteY1" fmla="*/ 14097 h 14097"/>
                  <a:gd name="connsiteX2" fmla="*/ 0 w 14192"/>
                  <a:gd name="connsiteY2" fmla="*/ 7048 h 14097"/>
                  <a:gd name="connsiteX3" fmla="*/ 7049 w 14192"/>
                  <a:gd name="connsiteY3" fmla="*/ 0 h 14097"/>
                  <a:gd name="connsiteX4" fmla="*/ 14192 w 14192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3939D792-9C64-48CF-8607-C7873A563A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2F69E48F-45D8-4A8A-A101-5DF775A539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EE47C3F3-8AC5-414F-8E20-25DA306C55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F09CB222-24C1-414A-B56E-EA3617D05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7FC26844-A93E-4C55-8619-F58615B4A2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63074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8 w 14097"/>
                  <a:gd name="connsiteY1" fmla="*/ 14097 h 14097"/>
                  <a:gd name="connsiteX2" fmla="*/ 0 w 14097"/>
                  <a:gd name="connsiteY2" fmla="*/ 7048 h 14097"/>
                  <a:gd name="connsiteX3" fmla="*/ 7048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3EA8BA8A-4848-4084-A841-501CECF285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34BC148C-3116-4C75-89DF-2BF3484297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2222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1F3F7CB-7B69-49A3-A09E-D206488312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58072F8C-2347-472F-9D9A-F5511BA401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322C76E0-8D4F-4788-9856-B1AB15B209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63A9EC23-E263-4098-AC45-E628E1A297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B72211D0-3733-443C-999F-6CE736381C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CEC069AD-6364-4585-A8F1-931648A1BF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39361719-49F1-40E3-9ABA-2FE9D783640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6953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37F2D47-03EF-4AE6-ABB9-36506DF5A4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2554F257-3BD2-493C-A5F1-FCC2C64C35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9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4D297D55-4523-4CE1-9A0F-3EA6B27F79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605D1D96-783B-407F-BF8C-B0773589EB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95D03B3C-A55A-4738-A6FF-8F2DA5B99E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41CE56E-C4C8-427A-9E82-C1EEF78E84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26281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72359086-D108-47DE-B6EA-0BEE1835D7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6FA49818-F2EA-427C-B93C-15E320DA1B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E435C1E1-0D80-4B30-8CAC-C6EDE1DE7B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30FCB137-01B0-4770-AFC3-003DF7897D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7D03298B-8D34-487C-9DF0-DB9AC83071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2628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4698B28F-FFEF-44BA-B657-E59F80990F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85433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900A4B40-BCFB-46E4-AE4F-FCC5C65091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914CE6AE-7FAB-4A5D-8EA2-861CAF598A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FF0F3D4A-D39F-48EE-934D-C73834DC56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09B630BB-5848-4C72-9F5A-FC8EBE7A6B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F662A334-5814-480B-861F-17661B60F7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85432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DC0FC730-550F-42A2-AE79-EEA30B11C7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244676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03054F4A-43DC-46A1-89D0-87DA8F3157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5F66EF36-2C9F-49B2-B972-1BA82C8F36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47955EF8-6501-4579-B85F-DE5C0815FF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E0BA4174-EBEB-40DA-8B1D-6A7851E38C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50512C7C-98D6-45AD-8CA4-1BEB01262D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24467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416CB557-0CE9-4015-A920-C6766A0664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5EA7B3B4-3BF2-4B69-B300-5D86CCB0A0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D887DF00-5D34-4A8B-9A84-C40D336238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EADE921C-83B0-4521-916F-E7EC5CFDAD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5CEDA6FA-EB55-47AE-A005-BF546085C1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9DAC0C40-EF50-4632-B781-ACDAE95AF3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582AAB43-E3D9-4272-8809-5F70B30206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28C7D300-E0BD-4C12-92B1-0801266F02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CCA3ED35-2344-4402-B61B-3932E69457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949146BF-06FF-41BB-BDD3-B80BABB3AA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393A6A5F-F75B-4BBC-AADC-A84DA758EE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77B21059-EA9B-4329-968B-81F7966D27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63074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BFF9C99F-41B4-4789-934B-8BF03EA94E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C180277F-7E18-4896-AE91-960B379D2C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C95FE437-DA37-44C9-B975-96C6DD9DE0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A2A5369E-5DB7-4854-BBEC-D043F3A5F2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B6B0D6D9-913A-4804-83B5-5A9858F570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29B4FACF-EF13-4EFA-86D3-D5B2B6703A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4222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7BD767A9-D2A3-4942-B654-34DDDFD60B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81374"/>
                <a:ext cx="14192" cy="14096"/>
              </a:xfrm>
              <a:custGeom>
                <a:avLst/>
                <a:gdLst>
                  <a:gd name="connsiteX0" fmla="*/ 14192 w 14192"/>
                  <a:gd name="connsiteY0" fmla="*/ 7049 h 14096"/>
                  <a:gd name="connsiteX1" fmla="*/ 7144 w 14192"/>
                  <a:gd name="connsiteY1" fmla="*/ 14097 h 14096"/>
                  <a:gd name="connsiteX2" fmla="*/ 0 w 14192"/>
                  <a:gd name="connsiteY2" fmla="*/ 7049 h 14096"/>
                  <a:gd name="connsiteX3" fmla="*/ 7049 w 14192"/>
                  <a:gd name="connsiteY3" fmla="*/ 0 h 14096"/>
                  <a:gd name="connsiteX4" fmla="*/ 14192 w 14192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1049"/>
                      <a:pt x="0" y="7049"/>
                    </a:cubicBezTo>
                    <a:cubicBezTo>
                      <a:pt x="0" y="3048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0C97F02F-13B9-4D7E-B916-BC8713CC0D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99C0654B-0803-40FA-BF28-D8EA65F58C0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D44F31B6-3657-4241-A94E-EEDBFF0C98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3557624B-3CCB-43DA-998B-B1EC599C75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75B0CCD4-215D-456D-808C-F96ABB74D3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FE4E038E-23E6-43BE-9A3B-523A28DF73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A686F1FD-4135-414B-8575-ED97CC8DBF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4062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6FBC8D5-B3FE-4E26-8B4F-5D5668A8A7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33A60C97-778A-4251-A66B-49769F0C20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0CC04E3B-2AC3-4A7B-A425-DDABEA8AF3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EF7D0E1-459C-4A15-9F05-545F6430B6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D5797445-BFB3-4EB2-8B44-4BF2C9E915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E27FB1FC-477D-45B3-82B0-0F49364698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D94CF442-4FF2-41B3-8870-097DBAF46CF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9977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A24927C8-A42E-4B8D-84A4-50A58968BC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5379CB96-0D3A-4582-8650-A909955BA3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531F84F2-CE93-4841-9AA6-BC9E355796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D1BED9D2-07EF-452E-AFA1-9A1E80AE24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C75A1A5-0A11-42EA-AF4E-FF527212584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4275A1C7-FA96-4BBB-A7EF-A7ED02814E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8CA8B3B4-73BE-41D5-900B-42FBF6AA72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7" y="365901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B0264B0D-E150-4641-BBB1-58080670EE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2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BCC2D199-EF36-4077-A50C-D9FC99331B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2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C6DCCA13-7F75-46F9-97B3-A9DA4C2173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56C76EEB-75A4-418F-9FE0-CC513BC3C2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1E952CEF-EC1B-4714-8900-D2DFAEF30F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2B899198-ADCC-4613-957B-7A40B17B15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5581AF7F-95DB-4163-B608-C04A61FB92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9" y="371816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5616F834-835A-42B4-B51B-5AD285E283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EF598AFA-5F8F-4191-8881-1DE91BB2B0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4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6623A080-F2C6-4664-B99C-99A9C287B4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330E7091-D82F-490A-8F32-DE8745212E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2B340B39-E421-434F-AF1A-DAD7E7802D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6C2ED568-9809-4A18-A06A-87018A987E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5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A6C26F4B-6369-4557-B6D4-A1B448B127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40" y="377741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42CEA830-FB77-4EA5-9BAB-64B6F500F3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5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E5A9B88C-3ADF-40D8-9E9B-42439F8520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6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CC9DEE2F-0410-4B1A-BED8-D1371CE8B4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83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8A66E75A-959E-436D-B1F1-DBD1E460E1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35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B35526DB-3749-43FA-84BA-E73EE1D1DB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82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6503C90B-19EF-4925-A08A-AE40956A26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31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B98692DC-F401-45BC-ABC7-421F3391C3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481374"/>
                <a:ext cx="14097" cy="14096"/>
              </a:xfrm>
              <a:custGeom>
                <a:avLst/>
                <a:gdLst>
                  <a:gd name="connsiteX0" fmla="*/ 14097 w 14097"/>
                  <a:gd name="connsiteY0" fmla="*/ 7049 h 14096"/>
                  <a:gd name="connsiteX1" fmla="*/ 7049 w 14097"/>
                  <a:gd name="connsiteY1" fmla="*/ 14097 h 14096"/>
                  <a:gd name="connsiteX2" fmla="*/ 0 w 14097"/>
                  <a:gd name="connsiteY2" fmla="*/ 7049 h 14096"/>
                  <a:gd name="connsiteX3" fmla="*/ 7049 w 14097"/>
                  <a:gd name="connsiteY3" fmla="*/ 0 h 14096"/>
                  <a:gd name="connsiteX4" fmla="*/ 14097 w 14097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8629B1A4-7BFC-4F45-9FAD-BB035C4E47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A2F92592-AB8B-4732-BEE7-3E2B830EA3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9 w 14096"/>
                  <a:gd name="connsiteY1" fmla="*/ 14097 h 14096"/>
                  <a:gd name="connsiteX2" fmla="*/ 0 w 14096"/>
                  <a:gd name="connsiteY2" fmla="*/ 7049 h 14096"/>
                  <a:gd name="connsiteX3" fmla="*/ 7049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C3644DC-02D1-43FF-8ED1-0ECBBA4B30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DC12AE3-E70C-4CD8-9A74-7567F99C46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0E0DDE12-8B48-4D21-8863-06298ED8B8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48137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C611F1DE-AF40-48FC-8A1E-0A175D439E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40622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34C2CAED-22FC-4450-8BBC-7811F7DF9B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4062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F89E6B45-A41C-4735-A7F5-E4EFD5DCFD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406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44BFE35C-5487-42E8-AC30-01FC1E4F51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4062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3575E1A5-C3CB-4081-A394-36172B7DB1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4063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C9C6DF24-803A-44A1-B29A-B90297D393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40631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22A7B096-566C-4312-AF19-D9A3B6BC0E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99781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8B429767-12DD-4020-BC3E-9944CF36F6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FF510776-417B-4B74-9082-ED3915450A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FEF51D3D-E951-49CE-BCE4-D444BEF6B2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B27BA73E-E784-4961-884D-F507DDE38A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9978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2849019E-0178-4A1C-A5D8-DC3DFC572B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9978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0B49676D-9D41-4B2D-8FF9-69AC31CFDC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659026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6BDFE3E8-9647-4400-B019-8EDD4E688B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EDD57B95-ED61-4561-9ADF-38126BADCE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3744F230-BFBA-41B0-9FE2-481D1EAFFF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C32022D3-12E0-4BC1-8085-D6CBF3CDD7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D1AED37F-874A-4B21-A522-FEBCB38F4C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5BB466E2-3497-4A3B-8777-FAA0AAEE2B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718177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A924D178-36E4-4E29-86E8-7716F3B4A7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D0DF84E5-BB3D-4120-8FD3-98ECDA31BB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5B29635-10AC-481E-A2DE-80E9DE6128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AAB430CA-3259-463F-85F9-B6E180323A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71817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8EF18909-FC9F-4845-B1DC-027E82B219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71817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EFCE2389-D574-49C1-89EB-D8C7308883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2" y="3777419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D44B35A5-5216-45FC-8F0F-D80E383B42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2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9470F10A-F708-41AA-A910-5C288B3556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8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CD73E13B-910B-40D2-B53F-6614C098BA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4" y="3777383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8267FC95-0200-40B3-B043-D33BEA60D0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87" y="377742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9F14022C-37CD-4CDD-ACD1-86161EF001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24" y="37774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44723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33A08B-E30C-279D-5C89-BAFC58E0A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521" y="396117"/>
            <a:ext cx="5217172" cy="1351475"/>
          </a:xfrm>
        </p:spPr>
        <p:txBody>
          <a:bodyPr anchor="b">
            <a:normAutofit fontScale="90000"/>
          </a:bodyPr>
          <a:lstStyle/>
          <a:p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Algunas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problematicas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resueltas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Graphic 212">
            <a:extLst>
              <a:ext uri="{FF2B5EF4-FFF2-40B4-BE49-F238E27FC236}">
                <a16:creationId xmlns:a16="http://schemas.microsoft.com/office/drawing/2014/main" id="{52D7FCC1-2D52-49CE-A986-EE6E0CA64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91258" y="619275"/>
            <a:ext cx="932200" cy="932200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4" name="Graphic 212">
            <a:extLst>
              <a:ext uri="{FF2B5EF4-FFF2-40B4-BE49-F238E27FC236}">
                <a16:creationId xmlns:a16="http://schemas.microsoft.com/office/drawing/2014/main" id="{28C3CACD-E5A7-4AAC-AE47-75CF7D30F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91258" y="619275"/>
            <a:ext cx="932200" cy="932200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F80A6-2D09-D5C2-9E8B-F17156484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520" y="1747592"/>
            <a:ext cx="5217173" cy="4351338"/>
          </a:xfrm>
        </p:spPr>
        <p:txBody>
          <a:bodyPr>
            <a:normAutofit lnSpcReduction="10000"/>
          </a:bodyPr>
          <a:lstStyle/>
          <a:p>
            <a:r>
              <a:rPr lang="es-ES" sz="2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Eficiencia de Algoritmos</a:t>
            </a:r>
            <a:r>
              <a:rPr lang="es-E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Mejora de los algoritmos para optimizar procesos computacionales.</a:t>
            </a:r>
          </a:p>
          <a:p>
            <a:r>
              <a:rPr lang="es-ES" sz="2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Seguridad de la Información</a:t>
            </a:r>
            <a:r>
              <a:rPr lang="es-E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Desarrollo de métodos para proteger los datos contra accesos no autorizados.</a:t>
            </a:r>
          </a:p>
          <a:p>
            <a:r>
              <a:rPr lang="es-ES" sz="2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Accesibilidad Tecnológica</a:t>
            </a:r>
            <a:r>
              <a:rPr lang="es-E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Creación de tecnologías que sean accesibles para todos.</a:t>
            </a:r>
          </a:p>
          <a:p>
            <a:r>
              <a:rPr lang="es-ES" sz="2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Gestión de Grandes Volúmenes de Datos</a:t>
            </a:r>
            <a:r>
              <a:rPr lang="es-E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Implementación de técnicas para manejar y analizar </a:t>
            </a:r>
            <a:r>
              <a:rPr lang="es-ES" sz="2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</a:t>
            </a:r>
            <a:r>
              <a:rPr lang="es-E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data.</a:t>
            </a:r>
            <a:endParaRPr lang="en-US" sz="2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A35C15A-135A-4FD3-BA11-A046CFA39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491531" y="1226111"/>
            <a:ext cx="1598829" cy="531293"/>
            <a:chOff x="6491531" y="1420258"/>
            <a:chExt cx="1598829" cy="531293"/>
          </a:xfrm>
          <a:solidFill>
            <a:schemeClr val="bg1"/>
          </a:solidFill>
        </p:grpSpPr>
        <p:grpSp>
          <p:nvGrpSpPr>
            <p:cNvPr id="17" name="Graphic 190">
              <a:extLst>
                <a:ext uri="{FF2B5EF4-FFF2-40B4-BE49-F238E27FC236}">
                  <a16:creationId xmlns:a16="http://schemas.microsoft.com/office/drawing/2014/main" id="{61E65A99-85A2-448D-AA1F-7690BD01A7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491531" y="1420258"/>
              <a:ext cx="1598829" cy="531293"/>
              <a:chOff x="2504802" y="1755501"/>
              <a:chExt cx="1598829" cy="531293"/>
            </a:xfrm>
            <a:grpFill/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A127EC05-3250-408F-8F9F-A73F8B9B1D7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2113855"/>
                <a:ext cx="1598614" cy="172939"/>
              </a:xfrm>
              <a:custGeom>
                <a:avLst/>
                <a:gdLst>
                  <a:gd name="connsiteX0" fmla="*/ 1248648 w 1598614"/>
                  <a:gd name="connsiteY0" fmla="*/ 172939 h 172939"/>
                  <a:gd name="connsiteX1" fmla="*/ 1123031 w 1598614"/>
                  <a:gd name="connsiteY1" fmla="*/ 92708 h 172939"/>
                  <a:gd name="connsiteX2" fmla="*/ 1024085 w 1598614"/>
                  <a:gd name="connsiteY2" fmla="*/ 29469 h 172939"/>
                  <a:gd name="connsiteX3" fmla="*/ 925140 w 1598614"/>
                  <a:gd name="connsiteY3" fmla="*/ 92708 h 172939"/>
                  <a:gd name="connsiteX4" fmla="*/ 799522 w 1598614"/>
                  <a:gd name="connsiteY4" fmla="*/ 172939 h 172939"/>
                  <a:gd name="connsiteX5" fmla="*/ 799522 w 1598614"/>
                  <a:gd name="connsiteY5" fmla="*/ 172939 h 172939"/>
                  <a:gd name="connsiteX6" fmla="*/ 673905 w 1598614"/>
                  <a:gd name="connsiteY6" fmla="*/ 92708 h 172939"/>
                  <a:gd name="connsiteX7" fmla="*/ 574959 w 1598614"/>
                  <a:gd name="connsiteY7" fmla="*/ 29469 h 172939"/>
                  <a:gd name="connsiteX8" fmla="*/ 476014 w 1598614"/>
                  <a:gd name="connsiteY8" fmla="*/ 92708 h 172939"/>
                  <a:gd name="connsiteX9" fmla="*/ 350396 w 1598614"/>
                  <a:gd name="connsiteY9" fmla="*/ 172939 h 172939"/>
                  <a:gd name="connsiteX10" fmla="*/ 224778 w 1598614"/>
                  <a:gd name="connsiteY10" fmla="*/ 92708 h 172939"/>
                  <a:gd name="connsiteX11" fmla="*/ 125833 w 1598614"/>
                  <a:gd name="connsiteY11" fmla="*/ 29469 h 172939"/>
                  <a:gd name="connsiteX12" fmla="*/ 26887 w 1598614"/>
                  <a:gd name="connsiteY12" fmla="*/ 92708 h 172939"/>
                  <a:gd name="connsiteX13" fmla="*/ 0 w 1598614"/>
                  <a:gd name="connsiteY13" fmla="*/ 80232 h 172939"/>
                  <a:gd name="connsiteX14" fmla="*/ 125618 w 1598614"/>
                  <a:gd name="connsiteY14" fmla="*/ 0 h 172939"/>
                  <a:gd name="connsiteX15" fmla="*/ 251235 w 1598614"/>
                  <a:gd name="connsiteY15" fmla="*/ 80232 h 172939"/>
                  <a:gd name="connsiteX16" fmla="*/ 350181 w 1598614"/>
                  <a:gd name="connsiteY16" fmla="*/ 143471 h 172939"/>
                  <a:gd name="connsiteX17" fmla="*/ 449126 w 1598614"/>
                  <a:gd name="connsiteY17" fmla="*/ 80232 h 172939"/>
                  <a:gd name="connsiteX18" fmla="*/ 574744 w 1598614"/>
                  <a:gd name="connsiteY18" fmla="*/ 0 h 172939"/>
                  <a:gd name="connsiteX19" fmla="*/ 700362 w 1598614"/>
                  <a:gd name="connsiteY19" fmla="*/ 80232 h 172939"/>
                  <a:gd name="connsiteX20" fmla="*/ 799307 w 1598614"/>
                  <a:gd name="connsiteY20" fmla="*/ 143471 h 172939"/>
                  <a:gd name="connsiteX21" fmla="*/ 799307 w 1598614"/>
                  <a:gd name="connsiteY21" fmla="*/ 143471 h 172939"/>
                  <a:gd name="connsiteX22" fmla="*/ 898253 w 1598614"/>
                  <a:gd name="connsiteY22" fmla="*/ 80232 h 172939"/>
                  <a:gd name="connsiteX23" fmla="*/ 1023870 w 1598614"/>
                  <a:gd name="connsiteY23" fmla="*/ 0 h 172939"/>
                  <a:gd name="connsiteX24" fmla="*/ 1149488 w 1598614"/>
                  <a:gd name="connsiteY24" fmla="*/ 80232 h 172939"/>
                  <a:gd name="connsiteX25" fmla="*/ 1248433 w 1598614"/>
                  <a:gd name="connsiteY25" fmla="*/ 143471 h 172939"/>
                  <a:gd name="connsiteX26" fmla="*/ 1347379 w 1598614"/>
                  <a:gd name="connsiteY26" fmla="*/ 80232 h 172939"/>
                  <a:gd name="connsiteX27" fmla="*/ 1472997 w 1598614"/>
                  <a:gd name="connsiteY27" fmla="*/ 0 h 172939"/>
                  <a:gd name="connsiteX28" fmla="*/ 1598614 w 1598614"/>
                  <a:gd name="connsiteY28" fmla="*/ 80232 h 172939"/>
                  <a:gd name="connsiteX29" fmla="*/ 1571942 w 1598614"/>
                  <a:gd name="connsiteY29" fmla="*/ 92708 h 172939"/>
                  <a:gd name="connsiteX30" fmla="*/ 1472997 w 1598614"/>
                  <a:gd name="connsiteY30" fmla="*/ 29469 h 172939"/>
                  <a:gd name="connsiteX31" fmla="*/ 1374051 w 1598614"/>
                  <a:gd name="connsiteY31" fmla="*/ 92708 h 172939"/>
                  <a:gd name="connsiteX32" fmla="*/ 1248648 w 1598614"/>
                  <a:gd name="connsiteY32" fmla="*/ 172939 h 172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614" h="172939">
                    <a:moveTo>
                      <a:pt x="1248648" y="172939"/>
                    </a:moveTo>
                    <a:cubicBezTo>
                      <a:pt x="1194229" y="172939"/>
                      <a:pt x="1146046" y="142180"/>
                      <a:pt x="1123031" y="92708"/>
                    </a:cubicBezTo>
                    <a:cubicBezTo>
                      <a:pt x="1104962" y="53775"/>
                      <a:pt x="1067105" y="29469"/>
                      <a:pt x="1024085" y="29469"/>
                    </a:cubicBezTo>
                    <a:cubicBezTo>
                      <a:pt x="981066" y="29469"/>
                      <a:pt x="943208" y="53775"/>
                      <a:pt x="925140" y="92708"/>
                    </a:cubicBezTo>
                    <a:cubicBezTo>
                      <a:pt x="902124" y="142180"/>
                      <a:pt x="853942" y="172939"/>
                      <a:pt x="799522" y="172939"/>
                    </a:cubicBezTo>
                    <a:cubicBezTo>
                      <a:pt x="799522" y="172939"/>
                      <a:pt x="799522" y="172939"/>
                      <a:pt x="799522" y="172939"/>
                    </a:cubicBezTo>
                    <a:cubicBezTo>
                      <a:pt x="744887" y="172939"/>
                      <a:pt x="696920" y="142180"/>
                      <a:pt x="673905" y="92708"/>
                    </a:cubicBezTo>
                    <a:cubicBezTo>
                      <a:pt x="655836" y="53775"/>
                      <a:pt x="617979" y="29469"/>
                      <a:pt x="574959" y="29469"/>
                    </a:cubicBezTo>
                    <a:cubicBezTo>
                      <a:pt x="531939" y="29469"/>
                      <a:pt x="494082" y="53775"/>
                      <a:pt x="476014" y="92708"/>
                    </a:cubicBezTo>
                    <a:cubicBezTo>
                      <a:pt x="452998" y="142180"/>
                      <a:pt x="405031" y="172939"/>
                      <a:pt x="350396" y="172939"/>
                    </a:cubicBezTo>
                    <a:cubicBezTo>
                      <a:pt x="295976" y="172939"/>
                      <a:pt x="247794" y="142180"/>
                      <a:pt x="224778" y="92708"/>
                    </a:cubicBezTo>
                    <a:cubicBezTo>
                      <a:pt x="206710" y="53775"/>
                      <a:pt x="168853" y="29469"/>
                      <a:pt x="125833" y="29469"/>
                    </a:cubicBezTo>
                    <a:cubicBezTo>
                      <a:pt x="82813" y="29469"/>
                      <a:pt x="44956" y="53775"/>
                      <a:pt x="26887" y="92708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268" y="30759"/>
                      <a:pt x="969235" y="0"/>
                      <a:pt x="1023870" y="0"/>
                    </a:cubicBezTo>
                    <a:cubicBezTo>
                      <a:pt x="1078505" y="0"/>
                      <a:pt x="1126472" y="30759"/>
                      <a:pt x="1149488" y="80232"/>
                    </a:cubicBezTo>
                    <a:cubicBezTo>
                      <a:pt x="1167556" y="119165"/>
                      <a:pt x="1205414" y="143471"/>
                      <a:pt x="1248433" y="143471"/>
                    </a:cubicBezTo>
                    <a:cubicBezTo>
                      <a:pt x="1291453" y="143471"/>
                      <a:pt x="1329311" y="119165"/>
                      <a:pt x="1347379" y="80232"/>
                    </a:cubicBezTo>
                    <a:cubicBezTo>
                      <a:pt x="1370394" y="30759"/>
                      <a:pt x="1418361" y="0"/>
                      <a:pt x="1472997" y="0"/>
                    </a:cubicBezTo>
                    <a:cubicBezTo>
                      <a:pt x="1527632" y="0"/>
                      <a:pt x="1575814" y="30759"/>
                      <a:pt x="1598614" y="80232"/>
                    </a:cubicBezTo>
                    <a:lnTo>
                      <a:pt x="1571942" y="92708"/>
                    </a:lnTo>
                    <a:cubicBezTo>
                      <a:pt x="1553874" y="53775"/>
                      <a:pt x="1515801" y="29469"/>
                      <a:pt x="1472997" y="29469"/>
                    </a:cubicBezTo>
                    <a:cubicBezTo>
                      <a:pt x="1429977" y="29469"/>
                      <a:pt x="1392119" y="53775"/>
                      <a:pt x="1374051" y="92708"/>
                    </a:cubicBezTo>
                    <a:cubicBezTo>
                      <a:pt x="1351251" y="142180"/>
                      <a:pt x="1303069" y="172939"/>
                      <a:pt x="1248648" y="172939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E6D9B8D4-23BB-4CD2-A0FF-95423AFEB0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1755501"/>
                <a:ext cx="1598829" cy="172724"/>
              </a:xfrm>
              <a:custGeom>
                <a:avLst/>
                <a:gdLst>
                  <a:gd name="connsiteX0" fmla="*/ 1248648 w 1598829"/>
                  <a:gd name="connsiteY0" fmla="*/ 172724 h 172724"/>
                  <a:gd name="connsiteX1" fmla="*/ 1123031 w 1598829"/>
                  <a:gd name="connsiteY1" fmla="*/ 92492 h 172724"/>
                  <a:gd name="connsiteX2" fmla="*/ 1024085 w 1598829"/>
                  <a:gd name="connsiteY2" fmla="*/ 29253 h 172724"/>
                  <a:gd name="connsiteX3" fmla="*/ 925140 w 1598829"/>
                  <a:gd name="connsiteY3" fmla="*/ 92492 h 172724"/>
                  <a:gd name="connsiteX4" fmla="*/ 799522 w 1598829"/>
                  <a:gd name="connsiteY4" fmla="*/ 172724 h 172724"/>
                  <a:gd name="connsiteX5" fmla="*/ 799522 w 1598829"/>
                  <a:gd name="connsiteY5" fmla="*/ 172724 h 172724"/>
                  <a:gd name="connsiteX6" fmla="*/ 673905 w 1598829"/>
                  <a:gd name="connsiteY6" fmla="*/ 92492 h 172724"/>
                  <a:gd name="connsiteX7" fmla="*/ 574959 w 1598829"/>
                  <a:gd name="connsiteY7" fmla="*/ 29253 h 172724"/>
                  <a:gd name="connsiteX8" fmla="*/ 476014 w 1598829"/>
                  <a:gd name="connsiteY8" fmla="*/ 92492 h 172724"/>
                  <a:gd name="connsiteX9" fmla="*/ 350396 w 1598829"/>
                  <a:gd name="connsiteY9" fmla="*/ 172724 h 172724"/>
                  <a:gd name="connsiteX10" fmla="*/ 224778 w 1598829"/>
                  <a:gd name="connsiteY10" fmla="*/ 92492 h 172724"/>
                  <a:gd name="connsiteX11" fmla="*/ 125833 w 1598829"/>
                  <a:gd name="connsiteY11" fmla="*/ 29253 h 172724"/>
                  <a:gd name="connsiteX12" fmla="*/ 26887 w 1598829"/>
                  <a:gd name="connsiteY12" fmla="*/ 92492 h 172724"/>
                  <a:gd name="connsiteX13" fmla="*/ 0 w 1598829"/>
                  <a:gd name="connsiteY13" fmla="*/ 80232 h 172724"/>
                  <a:gd name="connsiteX14" fmla="*/ 125618 w 1598829"/>
                  <a:gd name="connsiteY14" fmla="*/ 0 h 172724"/>
                  <a:gd name="connsiteX15" fmla="*/ 251235 w 1598829"/>
                  <a:gd name="connsiteY15" fmla="*/ 80232 h 172724"/>
                  <a:gd name="connsiteX16" fmla="*/ 350181 w 1598829"/>
                  <a:gd name="connsiteY16" fmla="*/ 143471 h 172724"/>
                  <a:gd name="connsiteX17" fmla="*/ 449126 w 1598829"/>
                  <a:gd name="connsiteY17" fmla="*/ 80232 h 172724"/>
                  <a:gd name="connsiteX18" fmla="*/ 574744 w 1598829"/>
                  <a:gd name="connsiteY18" fmla="*/ 0 h 172724"/>
                  <a:gd name="connsiteX19" fmla="*/ 700362 w 1598829"/>
                  <a:gd name="connsiteY19" fmla="*/ 80232 h 172724"/>
                  <a:gd name="connsiteX20" fmla="*/ 799307 w 1598829"/>
                  <a:gd name="connsiteY20" fmla="*/ 143471 h 172724"/>
                  <a:gd name="connsiteX21" fmla="*/ 799307 w 1598829"/>
                  <a:gd name="connsiteY21" fmla="*/ 143471 h 172724"/>
                  <a:gd name="connsiteX22" fmla="*/ 898253 w 1598829"/>
                  <a:gd name="connsiteY22" fmla="*/ 80232 h 172724"/>
                  <a:gd name="connsiteX23" fmla="*/ 1024085 w 1598829"/>
                  <a:gd name="connsiteY23" fmla="*/ 0 h 172724"/>
                  <a:gd name="connsiteX24" fmla="*/ 1149703 w 1598829"/>
                  <a:gd name="connsiteY24" fmla="*/ 80232 h 172724"/>
                  <a:gd name="connsiteX25" fmla="*/ 1248648 w 1598829"/>
                  <a:gd name="connsiteY25" fmla="*/ 143471 h 172724"/>
                  <a:gd name="connsiteX26" fmla="*/ 1347594 w 1598829"/>
                  <a:gd name="connsiteY26" fmla="*/ 80232 h 172724"/>
                  <a:gd name="connsiteX27" fmla="*/ 1473212 w 1598829"/>
                  <a:gd name="connsiteY27" fmla="*/ 0 h 172724"/>
                  <a:gd name="connsiteX28" fmla="*/ 1598829 w 1598829"/>
                  <a:gd name="connsiteY28" fmla="*/ 80232 h 172724"/>
                  <a:gd name="connsiteX29" fmla="*/ 1572157 w 1598829"/>
                  <a:gd name="connsiteY29" fmla="*/ 92492 h 172724"/>
                  <a:gd name="connsiteX30" fmla="*/ 1473212 w 1598829"/>
                  <a:gd name="connsiteY30" fmla="*/ 29253 h 172724"/>
                  <a:gd name="connsiteX31" fmla="*/ 1374266 w 1598829"/>
                  <a:gd name="connsiteY31" fmla="*/ 92492 h 172724"/>
                  <a:gd name="connsiteX32" fmla="*/ 1248648 w 1598829"/>
                  <a:gd name="connsiteY32" fmla="*/ 172724 h 17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829" h="172724">
                    <a:moveTo>
                      <a:pt x="1248648" y="172724"/>
                    </a:moveTo>
                    <a:cubicBezTo>
                      <a:pt x="1194229" y="172724"/>
                      <a:pt x="1146046" y="141965"/>
                      <a:pt x="1123031" y="92492"/>
                    </a:cubicBezTo>
                    <a:cubicBezTo>
                      <a:pt x="1104962" y="53560"/>
                      <a:pt x="1067105" y="29253"/>
                      <a:pt x="1024085" y="29253"/>
                    </a:cubicBezTo>
                    <a:cubicBezTo>
                      <a:pt x="981066" y="29253"/>
                      <a:pt x="943208" y="53560"/>
                      <a:pt x="925140" y="92492"/>
                    </a:cubicBezTo>
                    <a:cubicBezTo>
                      <a:pt x="902124" y="141965"/>
                      <a:pt x="853942" y="172724"/>
                      <a:pt x="799522" y="172724"/>
                    </a:cubicBezTo>
                    <a:cubicBezTo>
                      <a:pt x="799522" y="172724"/>
                      <a:pt x="799522" y="172724"/>
                      <a:pt x="799522" y="172724"/>
                    </a:cubicBezTo>
                    <a:cubicBezTo>
                      <a:pt x="744887" y="172724"/>
                      <a:pt x="696920" y="141965"/>
                      <a:pt x="673905" y="92492"/>
                    </a:cubicBezTo>
                    <a:cubicBezTo>
                      <a:pt x="655836" y="53560"/>
                      <a:pt x="617979" y="29253"/>
                      <a:pt x="574959" y="29253"/>
                    </a:cubicBezTo>
                    <a:cubicBezTo>
                      <a:pt x="531939" y="29253"/>
                      <a:pt x="494082" y="53560"/>
                      <a:pt x="476014" y="92492"/>
                    </a:cubicBezTo>
                    <a:cubicBezTo>
                      <a:pt x="452998" y="141965"/>
                      <a:pt x="405031" y="172724"/>
                      <a:pt x="350396" y="172724"/>
                    </a:cubicBezTo>
                    <a:cubicBezTo>
                      <a:pt x="295976" y="172724"/>
                      <a:pt x="247794" y="141965"/>
                      <a:pt x="224778" y="92492"/>
                    </a:cubicBezTo>
                    <a:cubicBezTo>
                      <a:pt x="206710" y="53560"/>
                      <a:pt x="168853" y="29253"/>
                      <a:pt x="125833" y="29253"/>
                    </a:cubicBezTo>
                    <a:cubicBezTo>
                      <a:pt x="82813" y="29253"/>
                      <a:pt x="44956" y="53560"/>
                      <a:pt x="26887" y="92492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483" y="30759"/>
                      <a:pt x="969450" y="0"/>
                      <a:pt x="1024085" y="0"/>
                    </a:cubicBezTo>
                    <a:cubicBezTo>
                      <a:pt x="1078720" y="0"/>
                      <a:pt x="1126688" y="30759"/>
                      <a:pt x="1149703" y="80232"/>
                    </a:cubicBezTo>
                    <a:cubicBezTo>
                      <a:pt x="1167771" y="119165"/>
                      <a:pt x="1205629" y="143471"/>
                      <a:pt x="1248648" y="143471"/>
                    </a:cubicBezTo>
                    <a:cubicBezTo>
                      <a:pt x="1291668" y="143471"/>
                      <a:pt x="1329526" y="119165"/>
                      <a:pt x="1347594" y="80232"/>
                    </a:cubicBezTo>
                    <a:cubicBezTo>
                      <a:pt x="1370610" y="30759"/>
                      <a:pt x="1418792" y="0"/>
                      <a:pt x="1473212" y="0"/>
                    </a:cubicBezTo>
                    <a:cubicBezTo>
                      <a:pt x="1527847" y="0"/>
                      <a:pt x="1576029" y="30759"/>
                      <a:pt x="1598829" y="80232"/>
                    </a:cubicBezTo>
                    <a:lnTo>
                      <a:pt x="1572157" y="92492"/>
                    </a:lnTo>
                    <a:cubicBezTo>
                      <a:pt x="1554089" y="53560"/>
                      <a:pt x="1516016" y="29253"/>
                      <a:pt x="1473212" y="29253"/>
                    </a:cubicBezTo>
                    <a:cubicBezTo>
                      <a:pt x="1430192" y="29253"/>
                      <a:pt x="1392335" y="53560"/>
                      <a:pt x="1374266" y="92492"/>
                    </a:cubicBezTo>
                    <a:cubicBezTo>
                      <a:pt x="1351251" y="141965"/>
                      <a:pt x="1303069" y="172724"/>
                      <a:pt x="1248648" y="172724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8" name="Graphic 190">
              <a:extLst>
                <a:ext uri="{FF2B5EF4-FFF2-40B4-BE49-F238E27FC236}">
                  <a16:creationId xmlns:a16="http://schemas.microsoft.com/office/drawing/2014/main" id="{91DC38B0-ED19-4BAC-A009-485461F23D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491531" y="1420258"/>
              <a:ext cx="1598829" cy="531293"/>
              <a:chOff x="2504802" y="1755501"/>
              <a:chExt cx="1598829" cy="531293"/>
            </a:xfrm>
            <a:grpFill/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1A2C10C3-E625-41E2-8047-2AE4A87F33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2113855"/>
                <a:ext cx="1598614" cy="172939"/>
              </a:xfrm>
              <a:custGeom>
                <a:avLst/>
                <a:gdLst>
                  <a:gd name="connsiteX0" fmla="*/ 1248648 w 1598614"/>
                  <a:gd name="connsiteY0" fmla="*/ 172939 h 172939"/>
                  <a:gd name="connsiteX1" fmla="*/ 1123031 w 1598614"/>
                  <a:gd name="connsiteY1" fmla="*/ 92708 h 172939"/>
                  <a:gd name="connsiteX2" fmla="*/ 1024085 w 1598614"/>
                  <a:gd name="connsiteY2" fmla="*/ 29469 h 172939"/>
                  <a:gd name="connsiteX3" fmla="*/ 925140 w 1598614"/>
                  <a:gd name="connsiteY3" fmla="*/ 92708 h 172939"/>
                  <a:gd name="connsiteX4" fmla="*/ 799522 w 1598614"/>
                  <a:gd name="connsiteY4" fmla="*/ 172939 h 172939"/>
                  <a:gd name="connsiteX5" fmla="*/ 799522 w 1598614"/>
                  <a:gd name="connsiteY5" fmla="*/ 172939 h 172939"/>
                  <a:gd name="connsiteX6" fmla="*/ 673905 w 1598614"/>
                  <a:gd name="connsiteY6" fmla="*/ 92708 h 172939"/>
                  <a:gd name="connsiteX7" fmla="*/ 574959 w 1598614"/>
                  <a:gd name="connsiteY7" fmla="*/ 29469 h 172939"/>
                  <a:gd name="connsiteX8" fmla="*/ 476014 w 1598614"/>
                  <a:gd name="connsiteY8" fmla="*/ 92708 h 172939"/>
                  <a:gd name="connsiteX9" fmla="*/ 350396 w 1598614"/>
                  <a:gd name="connsiteY9" fmla="*/ 172939 h 172939"/>
                  <a:gd name="connsiteX10" fmla="*/ 224778 w 1598614"/>
                  <a:gd name="connsiteY10" fmla="*/ 92708 h 172939"/>
                  <a:gd name="connsiteX11" fmla="*/ 125833 w 1598614"/>
                  <a:gd name="connsiteY11" fmla="*/ 29469 h 172939"/>
                  <a:gd name="connsiteX12" fmla="*/ 26887 w 1598614"/>
                  <a:gd name="connsiteY12" fmla="*/ 92708 h 172939"/>
                  <a:gd name="connsiteX13" fmla="*/ 0 w 1598614"/>
                  <a:gd name="connsiteY13" fmla="*/ 80232 h 172939"/>
                  <a:gd name="connsiteX14" fmla="*/ 125618 w 1598614"/>
                  <a:gd name="connsiteY14" fmla="*/ 0 h 172939"/>
                  <a:gd name="connsiteX15" fmla="*/ 251235 w 1598614"/>
                  <a:gd name="connsiteY15" fmla="*/ 80232 h 172939"/>
                  <a:gd name="connsiteX16" fmla="*/ 350181 w 1598614"/>
                  <a:gd name="connsiteY16" fmla="*/ 143471 h 172939"/>
                  <a:gd name="connsiteX17" fmla="*/ 449126 w 1598614"/>
                  <a:gd name="connsiteY17" fmla="*/ 80232 h 172939"/>
                  <a:gd name="connsiteX18" fmla="*/ 574744 w 1598614"/>
                  <a:gd name="connsiteY18" fmla="*/ 0 h 172939"/>
                  <a:gd name="connsiteX19" fmla="*/ 700362 w 1598614"/>
                  <a:gd name="connsiteY19" fmla="*/ 80232 h 172939"/>
                  <a:gd name="connsiteX20" fmla="*/ 799307 w 1598614"/>
                  <a:gd name="connsiteY20" fmla="*/ 143471 h 172939"/>
                  <a:gd name="connsiteX21" fmla="*/ 799307 w 1598614"/>
                  <a:gd name="connsiteY21" fmla="*/ 143471 h 172939"/>
                  <a:gd name="connsiteX22" fmla="*/ 898253 w 1598614"/>
                  <a:gd name="connsiteY22" fmla="*/ 80232 h 172939"/>
                  <a:gd name="connsiteX23" fmla="*/ 1023870 w 1598614"/>
                  <a:gd name="connsiteY23" fmla="*/ 0 h 172939"/>
                  <a:gd name="connsiteX24" fmla="*/ 1149488 w 1598614"/>
                  <a:gd name="connsiteY24" fmla="*/ 80232 h 172939"/>
                  <a:gd name="connsiteX25" fmla="*/ 1248433 w 1598614"/>
                  <a:gd name="connsiteY25" fmla="*/ 143471 h 172939"/>
                  <a:gd name="connsiteX26" fmla="*/ 1347379 w 1598614"/>
                  <a:gd name="connsiteY26" fmla="*/ 80232 h 172939"/>
                  <a:gd name="connsiteX27" fmla="*/ 1472997 w 1598614"/>
                  <a:gd name="connsiteY27" fmla="*/ 0 h 172939"/>
                  <a:gd name="connsiteX28" fmla="*/ 1598614 w 1598614"/>
                  <a:gd name="connsiteY28" fmla="*/ 80232 h 172939"/>
                  <a:gd name="connsiteX29" fmla="*/ 1571942 w 1598614"/>
                  <a:gd name="connsiteY29" fmla="*/ 92708 h 172939"/>
                  <a:gd name="connsiteX30" fmla="*/ 1472997 w 1598614"/>
                  <a:gd name="connsiteY30" fmla="*/ 29469 h 172939"/>
                  <a:gd name="connsiteX31" fmla="*/ 1374051 w 1598614"/>
                  <a:gd name="connsiteY31" fmla="*/ 92708 h 172939"/>
                  <a:gd name="connsiteX32" fmla="*/ 1248648 w 1598614"/>
                  <a:gd name="connsiteY32" fmla="*/ 172939 h 172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614" h="172939">
                    <a:moveTo>
                      <a:pt x="1248648" y="172939"/>
                    </a:moveTo>
                    <a:cubicBezTo>
                      <a:pt x="1194229" y="172939"/>
                      <a:pt x="1146046" y="142180"/>
                      <a:pt x="1123031" y="92708"/>
                    </a:cubicBezTo>
                    <a:cubicBezTo>
                      <a:pt x="1104962" y="53775"/>
                      <a:pt x="1067105" y="29469"/>
                      <a:pt x="1024085" y="29469"/>
                    </a:cubicBezTo>
                    <a:cubicBezTo>
                      <a:pt x="981066" y="29469"/>
                      <a:pt x="943208" y="53775"/>
                      <a:pt x="925140" y="92708"/>
                    </a:cubicBezTo>
                    <a:cubicBezTo>
                      <a:pt x="902124" y="142180"/>
                      <a:pt x="853942" y="172939"/>
                      <a:pt x="799522" y="172939"/>
                    </a:cubicBezTo>
                    <a:cubicBezTo>
                      <a:pt x="799522" y="172939"/>
                      <a:pt x="799522" y="172939"/>
                      <a:pt x="799522" y="172939"/>
                    </a:cubicBezTo>
                    <a:cubicBezTo>
                      <a:pt x="744887" y="172939"/>
                      <a:pt x="696920" y="142180"/>
                      <a:pt x="673905" y="92708"/>
                    </a:cubicBezTo>
                    <a:cubicBezTo>
                      <a:pt x="655836" y="53775"/>
                      <a:pt x="617979" y="29469"/>
                      <a:pt x="574959" y="29469"/>
                    </a:cubicBezTo>
                    <a:cubicBezTo>
                      <a:pt x="531939" y="29469"/>
                      <a:pt x="494082" y="53775"/>
                      <a:pt x="476014" y="92708"/>
                    </a:cubicBezTo>
                    <a:cubicBezTo>
                      <a:pt x="452998" y="142180"/>
                      <a:pt x="405031" y="172939"/>
                      <a:pt x="350396" y="172939"/>
                    </a:cubicBezTo>
                    <a:cubicBezTo>
                      <a:pt x="295976" y="172939"/>
                      <a:pt x="247794" y="142180"/>
                      <a:pt x="224778" y="92708"/>
                    </a:cubicBezTo>
                    <a:cubicBezTo>
                      <a:pt x="206710" y="53775"/>
                      <a:pt x="168853" y="29469"/>
                      <a:pt x="125833" y="29469"/>
                    </a:cubicBezTo>
                    <a:cubicBezTo>
                      <a:pt x="82813" y="29469"/>
                      <a:pt x="44956" y="53775"/>
                      <a:pt x="26887" y="92708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268" y="30759"/>
                      <a:pt x="969235" y="0"/>
                      <a:pt x="1023870" y="0"/>
                    </a:cubicBezTo>
                    <a:cubicBezTo>
                      <a:pt x="1078505" y="0"/>
                      <a:pt x="1126472" y="30759"/>
                      <a:pt x="1149488" y="80232"/>
                    </a:cubicBezTo>
                    <a:cubicBezTo>
                      <a:pt x="1167556" y="119165"/>
                      <a:pt x="1205414" y="143471"/>
                      <a:pt x="1248433" y="143471"/>
                    </a:cubicBezTo>
                    <a:cubicBezTo>
                      <a:pt x="1291453" y="143471"/>
                      <a:pt x="1329311" y="119165"/>
                      <a:pt x="1347379" y="80232"/>
                    </a:cubicBezTo>
                    <a:cubicBezTo>
                      <a:pt x="1370394" y="30759"/>
                      <a:pt x="1418361" y="0"/>
                      <a:pt x="1472997" y="0"/>
                    </a:cubicBezTo>
                    <a:cubicBezTo>
                      <a:pt x="1527632" y="0"/>
                      <a:pt x="1575814" y="30759"/>
                      <a:pt x="1598614" y="80232"/>
                    </a:cubicBezTo>
                    <a:lnTo>
                      <a:pt x="1571942" y="92708"/>
                    </a:lnTo>
                    <a:cubicBezTo>
                      <a:pt x="1553874" y="53775"/>
                      <a:pt x="1515801" y="29469"/>
                      <a:pt x="1472997" y="29469"/>
                    </a:cubicBezTo>
                    <a:cubicBezTo>
                      <a:pt x="1429977" y="29469"/>
                      <a:pt x="1392119" y="53775"/>
                      <a:pt x="1374051" y="92708"/>
                    </a:cubicBezTo>
                    <a:cubicBezTo>
                      <a:pt x="1351251" y="142180"/>
                      <a:pt x="1303069" y="172939"/>
                      <a:pt x="1248648" y="172939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F0340A9-BD8A-4ABB-9AC1-7A14DF22EE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1755501"/>
                <a:ext cx="1598829" cy="172724"/>
              </a:xfrm>
              <a:custGeom>
                <a:avLst/>
                <a:gdLst>
                  <a:gd name="connsiteX0" fmla="*/ 1248648 w 1598829"/>
                  <a:gd name="connsiteY0" fmla="*/ 172724 h 172724"/>
                  <a:gd name="connsiteX1" fmla="*/ 1123031 w 1598829"/>
                  <a:gd name="connsiteY1" fmla="*/ 92492 h 172724"/>
                  <a:gd name="connsiteX2" fmla="*/ 1024085 w 1598829"/>
                  <a:gd name="connsiteY2" fmla="*/ 29253 h 172724"/>
                  <a:gd name="connsiteX3" fmla="*/ 925140 w 1598829"/>
                  <a:gd name="connsiteY3" fmla="*/ 92492 h 172724"/>
                  <a:gd name="connsiteX4" fmla="*/ 799522 w 1598829"/>
                  <a:gd name="connsiteY4" fmla="*/ 172724 h 172724"/>
                  <a:gd name="connsiteX5" fmla="*/ 799522 w 1598829"/>
                  <a:gd name="connsiteY5" fmla="*/ 172724 h 172724"/>
                  <a:gd name="connsiteX6" fmla="*/ 673905 w 1598829"/>
                  <a:gd name="connsiteY6" fmla="*/ 92492 h 172724"/>
                  <a:gd name="connsiteX7" fmla="*/ 574959 w 1598829"/>
                  <a:gd name="connsiteY7" fmla="*/ 29253 h 172724"/>
                  <a:gd name="connsiteX8" fmla="*/ 476014 w 1598829"/>
                  <a:gd name="connsiteY8" fmla="*/ 92492 h 172724"/>
                  <a:gd name="connsiteX9" fmla="*/ 350396 w 1598829"/>
                  <a:gd name="connsiteY9" fmla="*/ 172724 h 172724"/>
                  <a:gd name="connsiteX10" fmla="*/ 224778 w 1598829"/>
                  <a:gd name="connsiteY10" fmla="*/ 92492 h 172724"/>
                  <a:gd name="connsiteX11" fmla="*/ 125833 w 1598829"/>
                  <a:gd name="connsiteY11" fmla="*/ 29253 h 172724"/>
                  <a:gd name="connsiteX12" fmla="*/ 26887 w 1598829"/>
                  <a:gd name="connsiteY12" fmla="*/ 92492 h 172724"/>
                  <a:gd name="connsiteX13" fmla="*/ 0 w 1598829"/>
                  <a:gd name="connsiteY13" fmla="*/ 80232 h 172724"/>
                  <a:gd name="connsiteX14" fmla="*/ 125618 w 1598829"/>
                  <a:gd name="connsiteY14" fmla="*/ 0 h 172724"/>
                  <a:gd name="connsiteX15" fmla="*/ 251235 w 1598829"/>
                  <a:gd name="connsiteY15" fmla="*/ 80232 h 172724"/>
                  <a:gd name="connsiteX16" fmla="*/ 350181 w 1598829"/>
                  <a:gd name="connsiteY16" fmla="*/ 143471 h 172724"/>
                  <a:gd name="connsiteX17" fmla="*/ 449126 w 1598829"/>
                  <a:gd name="connsiteY17" fmla="*/ 80232 h 172724"/>
                  <a:gd name="connsiteX18" fmla="*/ 574744 w 1598829"/>
                  <a:gd name="connsiteY18" fmla="*/ 0 h 172724"/>
                  <a:gd name="connsiteX19" fmla="*/ 700362 w 1598829"/>
                  <a:gd name="connsiteY19" fmla="*/ 80232 h 172724"/>
                  <a:gd name="connsiteX20" fmla="*/ 799307 w 1598829"/>
                  <a:gd name="connsiteY20" fmla="*/ 143471 h 172724"/>
                  <a:gd name="connsiteX21" fmla="*/ 799307 w 1598829"/>
                  <a:gd name="connsiteY21" fmla="*/ 143471 h 172724"/>
                  <a:gd name="connsiteX22" fmla="*/ 898253 w 1598829"/>
                  <a:gd name="connsiteY22" fmla="*/ 80232 h 172724"/>
                  <a:gd name="connsiteX23" fmla="*/ 1024085 w 1598829"/>
                  <a:gd name="connsiteY23" fmla="*/ 0 h 172724"/>
                  <a:gd name="connsiteX24" fmla="*/ 1149703 w 1598829"/>
                  <a:gd name="connsiteY24" fmla="*/ 80232 h 172724"/>
                  <a:gd name="connsiteX25" fmla="*/ 1248648 w 1598829"/>
                  <a:gd name="connsiteY25" fmla="*/ 143471 h 172724"/>
                  <a:gd name="connsiteX26" fmla="*/ 1347594 w 1598829"/>
                  <a:gd name="connsiteY26" fmla="*/ 80232 h 172724"/>
                  <a:gd name="connsiteX27" fmla="*/ 1473212 w 1598829"/>
                  <a:gd name="connsiteY27" fmla="*/ 0 h 172724"/>
                  <a:gd name="connsiteX28" fmla="*/ 1598829 w 1598829"/>
                  <a:gd name="connsiteY28" fmla="*/ 80232 h 172724"/>
                  <a:gd name="connsiteX29" fmla="*/ 1572157 w 1598829"/>
                  <a:gd name="connsiteY29" fmla="*/ 92492 h 172724"/>
                  <a:gd name="connsiteX30" fmla="*/ 1473212 w 1598829"/>
                  <a:gd name="connsiteY30" fmla="*/ 29253 h 172724"/>
                  <a:gd name="connsiteX31" fmla="*/ 1374266 w 1598829"/>
                  <a:gd name="connsiteY31" fmla="*/ 92492 h 172724"/>
                  <a:gd name="connsiteX32" fmla="*/ 1248648 w 1598829"/>
                  <a:gd name="connsiteY32" fmla="*/ 172724 h 17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829" h="172724">
                    <a:moveTo>
                      <a:pt x="1248648" y="172724"/>
                    </a:moveTo>
                    <a:cubicBezTo>
                      <a:pt x="1194229" y="172724"/>
                      <a:pt x="1146046" y="141965"/>
                      <a:pt x="1123031" y="92492"/>
                    </a:cubicBezTo>
                    <a:cubicBezTo>
                      <a:pt x="1104962" y="53560"/>
                      <a:pt x="1067105" y="29253"/>
                      <a:pt x="1024085" y="29253"/>
                    </a:cubicBezTo>
                    <a:cubicBezTo>
                      <a:pt x="981066" y="29253"/>
                      <a:pt x="943208" y="53560"/>
                      <a:pt x="925140" y="92492"/>
                    </a:cubicBezTo>
                    <a:cubicBezTo>
                      <a:pt x="902124" y="141965"/>
                      <a:pt x="853942" y="172724"/>
                      <a:pt x="799522" y="172724"/>
                    </a:cubicBezTo>
                    <a:cubicBezTo>
                      <a:pt x="799522" y="172724"/>
                      <a:pt x="799522" y="172724"/>
                      <a:pt x="799522" y="172724"/>
                    </a:cubicBezTo>
                    <a:cubicBezTo>
                      <a:pt x="744887" y="172724"/>
                      <a:pt x="696920" y="141965"/>
                      <a:pt x="673905" y="92492"/>
                    </a:cubicBezTo>
                    <a:cubicBezTo>
                      <a:pt x="655836" y="53560"/>
                      <a:pt x="617979" y="29253"/>
                      <a:pt x="574959" y="29253"/>
                    </a:cubicBezTo>
                    <a:cubicBezTo>
                      <a:pt x="531939" y="29253"/>
                      <a:pt x="494082" y="53560"/>
                      <a:pt x="476014" y="92492"/>
                    </a:cubicBezTo>
                    <a:cubicBezTo>
                      <a:pt x="452998" y="141965"/>
                      <a:pt x="405031" y="172724"/>
                      <a:pt x="350396" y="172724"/>
                    </a:cubicBezTo>
                    <a:cubicBezTo>
                      <a:pt x="295976" y="172724"/>
                      <a:pt x="247794" y="141965"/>
                      <a:pt x="224778" y="92492"/>
                    </a:cubicBezTo>
                    <a:cubicBezTo>
                      <a:pt x="206710" y="53560"/>
                      <a:pt x="168853" y="29253"/>
                      <a:pt x="125833" y="29253"/>
                    </a:cubicBezTo>
                    <a:cubicBezTo>
                      <a:pt x="82813" y="29253"/>
                      <a:pt x="44956" y="53560"/>
                      <a:pt x="26887" y="92492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483" y="30759"/>
                      <a:pt x="969450" y="0"/>
                      <a:pt x="1024085" y="0"/>
                    </a:cubicBezTo>
                    <a:cubicBezTo>
                      <a:pt x="1078720" y="0"/>
                      <a:pt x="1126688" y="30759"/>
                      <a:pt x="1149703" y="80232"/>
                    </a:cubicBezTo>
                    <a:cubicBezTo>
                      <a:pt x="1167771" y="119165"/>
                      <a:pt x="1205629" y="143471"/>
                      <a:pt x="1248648" y="143471"/>
                    </a:cubicBezTo>
                    <a:cubicBezTo>
                      <a:pt x="1291668" y="143471"/>
                      <a:pt x="1329526" y="119165"/>
                      <a:pt x="1347594" y="80232"/>
                    </a:cubicBezTo>
                    <a:cubicBezTo>
                      <a:pt x="1370610" y="30759"/>
                      <a:pt x="1418792" y="0"/>
                      <a:pt x="1473212" y="0"/>
                    </a:cubicBezTo>
                    <a:cubicBezTo>
                      <a:pt x="1527847" y="0"/>
                      <a:pt x="1576029" y="30759"/>
                      <a:pt x="1598829" y="80232"/>
                    </a:cubicBezTo>
                    <a:lnTo>
                      <a:pt x="1572157" y="92492"/>
                    </a:lnTo>
                    <a:cubicBezTo>
                      <a:pt x="1554089" y="53560"/>
                      <a:pt x="1516016" y="29253"/>
                      <a:pt x="1473212" y="29253"/>
                    </a:cubicBezTo>
                    <a:cubicBezTo>
                      <a:pt x="1430192" y="29253"/>
                      <a:pt x="1392335" y="53560"/>
                      <a:pt x="1374266" y="92492"/>
                    </a:cubicBezTo>
                    <a:cubicBezTo>
                      <a:pt x="1351251" y="141965"/>
                      <a:pt x="1303069" y="172724"/>
                      <a:pt x="1248648" y="172724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pic>
        <p:nvPicPr>
          <p:cNvPr id="7" name="Graphic 6" descr="Laptop Secure">
            <a:extLst>
              <a:ext uri="{FF2B5EF4-FFF2-40B4-BE49-F238E27FC236}">
                <a16:creationId xmlns:a16="http://schemas.microsoft.com/office/drawing/2014/main" id="{A3333680-48A2-E199-4AE8-3F2CFBD2DA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1876" y="1820334"/>
            <a:ext cx="3217333" cy="3217333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03AF83E4-4DE2-499C-9F36-0279E7E4F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154385" y="4452524"/>
            <a:ext cx="1443404" cy="1443428"/>
            <a:chOff x="10154385" y="4452524"/>
            <a:chExt cx="1443404" cy="1443428"/>
          </a:xfrm>
          <a:solidFill>
            <a:schemeClr val="bg1"/>
          </a:solidFill>
        </p:grpSpPr>
        <p:grpSp>
          <p:nvGrpSpPr>
            <p:cNvPr id="25" name="Graphic 4">
              <a:extLst>
                <a:ext uri="{FF2B5EF4-FFF2-40B4-BE49-F238E27FC236}">
                  <a16:creationId xmlns:a16="http://schemas.microsoft.com/office/drawing/2014/main" id="{0B09EB4D-4323-43F4-9970-42885A83A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0154385" y="4452524"/>
              <a:ext cx="1443404" cy="1443428"/>
              <a:chOff x="5734037" y="3067039"/>
              <a:chExt cx="724483" cy="724489"/>
            </a:xfrm>
            <a:grpFill/>
          </p:grpSpPr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BA9C6284-1137-47FE-9471-23CA824947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067039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A00A6D3C-23F9-41D9-B891-14D8E2E98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8F8D96F5-1ED7-4891-8D8B-A24E72DA7C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0E9A3A72-EC37-423D-B309-A6487A86C7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EBE630AB-13C0-44A2-80CA-C07483E934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B7768337-3D65-4FE5-8E1A-D79219E0AF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968E4331-550E-4929-ACE8-D2ED2D6EA3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768D8817-CAEE-45BB-820E-A67C68D480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26284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350A8C31-0139-4ABD-967A-139738E88F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2628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9855AEE1-1C1C-4832-8B4C-042F59E029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A41C5A32-BD0A-4457-9CF7-97467FA2B7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93C14A20-2E3C-49F8-AF55-C384FEB955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DB167719-0D82-4ABF-9BC8-B073A84741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12628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8 w 14097"/>
                  <a:gd name="connsiteY1" fmla="*/ 14097 h 14097"/>
                  <a:gd name="connsiteX2" fmla="*/ 0 w 14097"/>
                  <a:gd name="connsiteY2" fmla="*/ 7049 h 14097"/>
                  <a:gd name="connsiteX3" fmla="*/ 7048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660582DE-E250-4561-9298-E4FADEB90F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820B635A-6E81-4D8A-98A3-141E57A6FF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8543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3909A0ED-D070-4792-A2EE-CCEB6BA63C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4619A19C-3B55-4085-8668-458999628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87D16772-2B59-486E-BE47-65D591C088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1D6A06B8-1E4A-497F-B977-F78E5D7D00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55BC53AD-5249-4FB1-AB74-3F71AAEB5A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36F8561A-874A-48BB-BCC2-07F002ED4F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BA6B1B8F-9695-447F-BF2F-9010D40A07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24467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454192F9-26C5-4212-BA60-CADA662AFE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244677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BFBDA013-4858-422E-AE7A-614BF71FBA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42BA261C-0C75-431D-9FD5-2C3AA241BE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0F8709D9-2655-4A39-9228-BCFCBF4122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9653F80B-5CF7-45EF-889B-FD0AAF4835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24467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2A1DA86A-7442-4897-88A4-EDD18A01C5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39623279-A4CE-49AC-B5FA-CD224324BE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0382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EB9D8B4D-1BE5-4CD9-A592-D0D3D76911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769A47A3-F5B7-4BF0-B920-21A62F96F7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6E5DCDE9-48A4-41BA-987D-CC72C62B36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0F51F840-3DBF-444E-BC79-718416C51D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2DFD2B64-98D0-4E59-AE1F-693872F36D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CF09CB65-8B7E-426C-A3FE-DD20196FCB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43149294-A5BC-4E62-A167-3CD55E05B3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63074"/>
                <a:ext cx="14192" cy="14097"/>
              </a:xfrm>
              <a:custGeom>
                <a:avLst/>
                <a:gdLst>
                  <a:gd name="connsiteX0" fmla="*/ 14192 w 14192"/>
                  <a:gd name="connsiteY0" fmla="*/ 7048 h 14097"/>
                  <a:gd name="connsiteX1" fmla="*/ 7144 w 14192"/>
                  <a:gd name="connsiteY1" fmla="*/ 14097 h 14097"/>
                  <a:gd name="connsiteX2" fmla="*/ 0 w 14192"/>
                  <a:gd name="connsiteY2" fmla="*/ 7048 h 14097"/>
                  <a:gd name="connsiteX3" fmla="*/ 7049 w 14192"/>
                  <a:gd name="connsiteY3" fmla="*/ 0 h 14097"/>
                  <a:gd name="connsiteX4" fmla="*/ 14192 w 14192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DB99FCDF-C9A0-40F7-ABDE-7247B2238D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0CE59751-EC07-43C1-A5F5-AF5D30EBBE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4573CCF2-67F2-4BD1-A01C-1D064B908F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1C60C662-612D-485A-A50D-E938C6E499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0048F63C-A2BB-4D89-9649-91EC2045C0A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63074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8 w 14097"/>
                  <a:gd name="connsiteY1" fmla="*/ 14097 h 14097"/>
                  <a:gd name="connsiteX2" fmla="*/ 0 w 14097"/>
                  <a:gd name="connsiteY2" fmla="*/ 7048 h 14097"/>
                  <a:gd name="connsiteX3" fmla="*/ 7048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C29F96C-43D4-4F0F-A76D-4CED9C610C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B660107F-776B-455F-AC78-225F21B81DE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2222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B1DB332-7265-477D-9A04-EDB3799DEA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EBBEFE2D-1654-40D8-A838-45728A16836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190211E2-64DF-4171-811B-B8A0CD87B9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F7CDCE8-8B48-4859-BDFE-FCB7BC6F58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B770A8C4-614E-4295-A937-718CC61B25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A699ADB6-675C-44B0-B96E-EDD7AC1F96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64875E98-2AA1-4001-90EA-2F3D9E017E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6953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5BEC7219-356F-4141-B57B-8BCD85BF77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564D4AAB-BB2C-4A77-BB45-94EEC66CD7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9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CE9CF29A-81CA-4A03-8B04-55F5668826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52FEFF22-7798-4730-9C0B-EC7EAFCD01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00149276-D167-4D2B-93F1-FD2958302B7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E7DC22D5-A39C-4789-A952-D891488772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26281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7BA51EF1-15F0-4193-AB83-F8C8A64D62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3FB75ADB-F020-4C56-91C6-9AB4629855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DBCE5CDF-BBF6-4E67-8CCE-9482D7EB4F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2138BABC-E51C-4F80-972E-CF44385C16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96B0C850-272E-4B08-8779-B872DCAA37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2628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2EEE54AF-B9C2-494D-9E02-2F67FEF7A2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85433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D21349A4-F7C9-492C-A658-EA9F7538B6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D88D1ED8-AC07-4621-9933-E10CE61220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6FD21FCD-1DA9-45C2-9AB5-548EE0E6E6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8BDD8CA-1442-470F-A5D3-FC8A87A103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3B8DF094-690E-4C13-8284-7A7C97441A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85432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FE0B926C-A114-444D-BA51-FECE28B03C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244676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00BDE6CC-5F54-4752-ACC4-E3BCF2BEEA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6E28F857-CCD8-4222-84C0-A0B415E7BD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CD2687E0-0214-44E6-8BB1-34F6B7BA89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7F1236AA-FC17-487E-83B1-D71BCB2A87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623384AA-72EF-4BCF-9137-1944405836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24467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1BD81D1B-2270-4FBE-B437-F0DBB8DDFF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6411E268-F8CA-4C78-82ED-DDCF28B0BE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D48F8732-5205-4843-A2EB-3E0EB18F9F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DC5966DA-8E1A-43FF-A1A4-C6879B4564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E3BEFD3E-662F-4B38-859E-093A14241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06C52F63-F17B-4356-A3AE-9707D93D29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85706A28-0822-4064-AD3E-2A1F4E1C9E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348A813F-1672-44DB-A207-F3494E7C28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6FC8AEBA-4BD5-4BB0-B004-A8B06B6A41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71ED8D8F-0325-426C-9257-1A5048211F5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0FF054DF-85C2-466A-9D64-EB6D95AA82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2D01FA60-E77D-41EE-8228-CFB979E3D5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63074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AC8D6F02-E0C8-4EF5-9D41-E75C16C16E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BD111AAF-4EE4-4A89-84D2-4201F035D7A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E8F4C133-3F54-4715-A7D6-4261B9A998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0BAA2E6B-E393-45EA-8AE6-A775AA69CC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7DB4F953-9FE8-4B8D-A62B-CB20A7037A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9D918AF2-85FB-436F-99DB-622B076646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4222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1F078C58-0893-4D64-B685-BCB70CAC62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81374"/>
                <a:ext cx="14192" cy="14096"/>
              </a:xfrm>
              <a:custGeom>
                <a:avLst/>
                <a:gdLst>
                  <a:gd name="connsiteX0" fmla="*/ 14192 w 14192"/>
                  <a:gd name="connsiteY0" fmla="*/ 7049 h 14096"/>
                  <a:gd name="connsiteX1" fmla="*/ 7144 w 14192"/>
                  <a:gd name="connsiteY1" fmla="*/ 14097 h 14096"/>
                  <a:gd name="connsiteX2" fmla="*/ 0 w 14192"/>
                  <a:gd name="connsiteY2" fmla="*/ 7049 h 14096"/>
                  <a:gd name="connsiteX3" fmla="*/ 7049 w 14192"/>
                  <a:gd name="connsiteY3" fmla="*/ 0 h 14096"/>
                  <a:gd name="connsiteX4" fmla="*/ 14192 w 14192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1049"/>
                      <a:pt x="0" y="7049"/>
                    </a:cubicBezTo>
                    <a:cubicBezTo>
                      <a:pt x="0" y="3048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AEDA3784-7618-477C-A8B0-36FA393D64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0AC49727-CA00-439E-82D4-B446B789650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6B67B441-65C8-4A53-968B-C56CB40867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94CEDDB5-CC85-4A9E-A73C-85D7B714FA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80BF7883-770D-4CA2-BE01-C5F4B102B9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7DF07BC6-9560-430C-86FA-AFA6F7DF09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9B085920-7744-44C8-AF91-D2F16C997D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4062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22308C0A-08FC-4AAA-87B2-1E57033E4A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AB727BDA-993C-4BB5-8CED-8D50C55F7A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1BB192D1-56DC-4342-911C-7D80A9084D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337ADC5A-E225-4E91-B940-2DD15330E7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0D170CF5-349D-4588-8AD3-373D47A4EC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297A6982-5B80-4376-A9D2-C11E9B0843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0B14F779-546D-4011-8459-2E8E34C505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9977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35AE6943-22C6-405D-A071-F8EC29DAB0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2464DBFD-1DA1-456F-8427-CF66CD4C8D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C9CA1114-00C4-448B-BF9A-9D70C709B0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2101A885-A4A8-4AFE-9905-E510D58C84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661E165D-4826-43AD-AD75-1C965A71A0B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C1F2231A-5945-44AF-95E4-6D14529C86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1998F14A-698C-4220-92B8-2EC10C3561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7" y="365901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496E0BBF-D595-4DAE-91C6-4EB179C693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2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E31F1BC0-CB0A-4386-BE5E-7972AFB050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2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B1575BDE-4CFA-4FAD-9F64-692A6DBFF5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9D32D2E3-5D5B-4751-A477-A26860AC17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92009233-25F1-4029-B170-318CBBA005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CCBFA5E5-8384-4D58-BD73-BA36E23E80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ACBBAC3-185E-4C28-81AB-C9BE2A88DE7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9" y="371816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225AF996-F3FB-4AF2-B954-BDF79069E7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E10B0127-17D3-4B62-8708-9558A79455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4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A36A9D1B-B750-446F-99FF-E3280E32AD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C078DB92-DE53-4BEC-BBD4-B5966EAA16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7334AD7D-F850-4E92-89F9-49EE6E3AA7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14D983A3-96A9-4BB8-90D5-93B0E625F8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5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43A1FFE3-BB5F-4455-B23F-DA56AE791E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40" y="377741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C34E69E0-4115-4CAA-86FB-1D5A8830D9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5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E5707C7C-BEB2-4920-9D44-8AF218FFBF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6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D95D2E5E-6D1E-43FC-A231-E28A082964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83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B511D52-FE0D-4F8D-AC2F-6806904C67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35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E4D31CC7-D38B-4566-A6F9-5CB84EEAAD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82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48116577-FA2A-434D-83D4-213A1497D2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31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02288414-AA9B-4065-A506-AE5ED2ABC5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481374"/>
                <a:ext cx="14097" cy="14096"/>
              </a:xfrm>
              <a:custGeom>
                <a:avLst/>
                <a:gdLst>
                  <a:gd name="connsiteX0" fmla="*/ 14097 w 14097"/>
                  <a:gd name="connsiteY0" fmla="*/ 7049 h 14096"/>
                  <a:gd name="connsiteX1" fmla="*/ 7049 w 14097"/>
                  <a:gd name="connsiteY1" fmla="*/ 14097 h 14096"/>
                  <a:gd name="connsiteX2" fmla="*/ 0 w 14097"/>
                  <a:gd name="connsiteY2" fmla="*/ 7049 h 14096"/>
                  <a:gd name="connsiteX3" fmla="*/ 7049 w 14097"/>
                  <a:gd name="connsiteY3" fmla="*/ 0 h 14096"/>
                  <a:gd name="connsiteX4" fmla="*/ 14097 w 14097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92EAF5E5-70A0-4FE6-B906-6BCF9C49F7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3DA12971-2CD2-4DE8-8B05-8B11B5614B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9 w 14096"/>
                  <a:gd name="connsiteY1" fmla="*/ 14097 h 14096"/>
                  <a:gd name="connsiteX2" fmla="*/ 0 w 14096"/>
                  <a:gd name="connsiteY2" fmla="*/ 7049 h 14096"/>
                  <a:gd name="connsiteX3" fmla="*/ 7049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9486073-CABC-45A3-B442-5959E5CE6D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3EEB7953-85A2-4391-931C-CE88AC0532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1BF2EBC9-4A08-4A35-8C75-15E51BA0AB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48137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1686BEF1-7F1A-40F6-BC3F-24221ACECC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40622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5D2D2281-DA3F-41A6-B56E-2EE507826A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4062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1EBA419-056B-478C-A25C-B349F4DDD9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406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3DE38383-61B3-4E4E-B781-1C7DA04D657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4062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F62AD048-154B-4830-A46F-263BA35AA7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4063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636A730F-15EE-440C-84B5-0541AE95468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40631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1AF286F-6D0E-447F-B4D1-24729E0D62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99781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36F64061-98E4-477D-BABF-CC6BA8D6760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1C601616-D38B-4ED2-BD55-F5AEA36AB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E0593B16-48EE-41A8-B4AF-E03A74CBB8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26B2406B-8A3A-4381-8D69-1178F16C4D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9978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DF1F792D-BA16-4D8F-99C3-E5E6959A51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9978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AA77D5AF-6FFE-4577-BC40-BA19023071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659026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08F16A01-2EE8-4E4F-83CD-2000577D14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18ACB7FF-8D64-44A2-8571-7DB441D97E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E15E0D81-20B6-4D4C-9B7C-4D5A01B6AA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8F687395-0ADA-4504-B6D0-D55493AB66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94D99C3F-4701-403D-A69E-EE345B0E41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0C6D9CF1-A535-4742-B2CF-B61ADC55ED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718177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E9EB265F-CF4E-4485-88F1-AE3CE1BE37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9B354D37-6517-4AF4-8195-9A7B43D20C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A3087FA-3C5B-4898-9FE2-633DAA0B74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C8D7AB32-147E-4110-ABBE-7F1FB68942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71817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42ED17E-A6FC-4BC6-B7FE-EF9BC5B151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71817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610CFBC-B173-4CBE-BBD7-7E859FCAB0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2" y="3777419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7578019C-8AAF-4A81-84C4-155EB43FAF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2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46936191-0661-4BD8-9A61-D00FAC97DF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8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F7BC1D8F-F88B-4A19-B640-8DCC739927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4" y="3777383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47D77817-943A-4D8A-82EE-C309FC9FF0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87" y="377742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BF86E220-D031-40B7-B3A2-0C723E3A91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24" y="37774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26" name="Graphic 4">
              <a:extLst>
                <a:ext uri="{FF2B5EF4-FFF2-40B4-BE49-F238E27FC236}">
                  <a16:creationId xmlns:a16="http://schemas.microsoft.com/office/drawing/2014/main" id="{226E1D80-1BFB-4A13-8F3C-94D54398C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0154385" y="4452524"/>
              <a:ext cx="1443404" cy="1443428"/>
              <a:chOff x="5734037" y="3067039"/>
              <a:chExt cx="724483" cy="724489"/>
            </a:xfrm>
            <a:grpFill/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3DCC1C21-CB11-4506-90E4-37DCD97AFC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067039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68177170-8FD3-4752-B1DB-0186ADF9B1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8CAA5FB4-9073-4612-99F5-95E1C6D067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DE021324-18DD-4114-8992-9652707C16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6ECBC33B-D8EB-4804-9EA3-57C07B57C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D03927C7-0E45-4B61-844A-4A626FDF6A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AC6AF6E8-E748-47F7-B35C-567D5FBA6C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1EC671E5-B299-470C-9C7A-A50106E51B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26284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410EBDF-623D-41EF-82A4-9FB938A7B6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2628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B6F866F8-B429-471B-9C2B-051BDCBAFE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883B4FBD-06C8-4D5D-B0D9-755E4CD1AA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DE3FD149-0B2F-4DA0-9721-59B9FEE8E0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4D26DB48-036E-4616-BA8B-C606A7B58B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12628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8 w 14097"/>
                  <a:gd name="connsiteY1" fmla="*/ 14097 h 14097"/>
                  <a:gd name="connsiteX2" fmla="*/ 0 w 14097"/>
                  <a:gd name="connsiteY2" fmla="*/ 7049 h 14097"/>
                  <a:gd name="connsiteX3" fmla="*/ 7048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8D6F6275-06AB-4316-B8C4-927E53487C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8E8CABF3-9C76-46A0-8DE9-F055C94A93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8543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01A12ED9-6299-4ABD-9827-DD52FE22B2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C0ADA37A-E396-4F92-AB19-D6994E0DD5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6A96001A-BD0F-4CF9-A22B-545ED4F863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D9ACB13-4C6C-4347-9F65-1309B33A17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1F17BE4A-72F8-4529-8558-E62103AEA7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806708C3-D03F-4605-8C6F-AE8EDA0838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D520ADFA-68AE-4CE4-913A-F070A2817D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24467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3C6C63AD-C87A-403E-ADB5-4EDD034438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244677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9370EAC6-89F0-4826-90D1-E55C334479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1FB61DD4-AB7B-417A-AE96-B1D9CBAC10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B4AD18D2-11BA-4192-9845-206C033F3E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85892E2D-483A-4C0A-87C7-6FFA2EB5E2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24467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A4037ACD-005D-4907-942F-D565AF6C83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AA8FD84E-39BE-456B-84C5-E03698AAC9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0382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B2FC47C2-6EF5-4D17-8703-527F28609C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DD29BC8A-00E1-481E-8BA4-1AA7F4AA12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5AF6ABE5-726A-495B-A832-3851CB9115D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F8E250A7-0600-440B-BEBC-61B2D4D7B1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CC36BEB1-881D-4496-AD7F-1CC4B46FA5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371DFE25-AF37-409C-B032-5F47D7150F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39AF97A7-FC44-49BF-ABD1-59DB48B898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63074"/>
                <a:ext cx="14192" cy="14097"/>
              </a:xfrm>
              <a:custGeom>
                <a:avLst/>
                <a:gdLst>
                  <a:gd name="connsiteX0" fmla="*/ 14192 w 14192"/>
                  <a:gd name="connsiteY0" fmla="*/ 7048 h 14097"/>
                  <a:gd name="connsiteX1" fmla="*/ 7144 w 14192"/>
                  <a:gd name="connsiteY1" fmla="*/ 14097 h 14097"/>
                  <a:gd name="connsiteX2" fmla="*/ 0 w 14192"/>
                  <a:gd name="connsiteY2" fmla="*/ 7048 h 14097"/>
                  <a:gd name="connsiteX3" fmla="*/ 7049 w 14192"/>
                  <a:gd name="connsiteY3" fmla="*/ 0 h 14097"/>
                  <a:gd name="connsiteX4" fmla="*/ 14192 w 14192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3939D792-9C64-48CF-8607-C7873A563A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2F69E48F-45D8-4A8A-A101-5DF775A539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EE47C3F3-8AC5-414F-8E20-25DA306C55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F09CB222-24C1-414A-B56E-EA3617D05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7FC26844-A93E-4C55-8619-F58615B4A2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63074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8 w 14097"/>
                  <a:gd name="connsiteY1" fmla="*/ 14097 h 14097"/>
                  <a:gd name="connsiteX2" fmla="*/ 0 w 14097"/>
                  <a:gd name="connsiteY2" fmla="*/ 7048 h 14097"/>
                  <a:gd name="connsiteX3" fmla="*/ 7048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3EA8BA8A-4848-4084-A841-501CECF285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34BC148C-3116-4C75-89DF-2BF3484297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2222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1F3F7CB-7B69-49A3-A09E-D206488312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58072F8C-2347-472F-9D9A-F5511BA401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322C76E0-8D4F-4788-9856-B1AB15B209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63A9EC23-E263-4098-AC45-E628E1A297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B72211D0-3733-443C-999F-6CE736381C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CEC069AD-6364-4585-A8F1-931648A1BF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39361719-49F1-40E3-9ABA-2FE9D783640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6953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37F2D47-03EF-4AE6-ABB9-36506DF5A4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2554F257-3BD2-493C-A5F1-FCC2C64C35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9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4D297D55-4523-4CE1-9A0F-3EA6B27F79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605D1D96-783B-407F-BF8C-B0773589EB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95D03B3C-A55A-4738-A6FF-8F2DA5B99E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41CE56E-C4C8-427A-9E82-C1EEF78E84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26281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72359086-D108-47DE-B6EA-0BEE1835D7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6FA49818-F2EA-427C-B93C-15E320DA1B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E435C1E1-0D80-4B30-8CAC-C6EDE1DE7B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30FCB137-01B0-4770-AFC3-003DF7897D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7D03298B-8D34-487C-9DF0-DB9AC83071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2628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4698B28F-FFEF-44BA-B657-E59F80990F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85433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900A4B40-BCFB-46E4-AE4F-FCC5C65091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914CE6AE-7FAB-4A5D-8EA2-861CAF598A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FF0F3D4A-D39F-48EE-934D-C73834DC56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09B630BB-5848-4C72-9F5A-FC8EBE7A6B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F662A334-5814-480B-861F-17661B60F7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85432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DC0FC730-550F-42A2-AE79-EEA30B11C7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244676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03054F4A-43DC-46A1-89D0-87DA8F3157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5F66EF36-2C9F-49B2-B972-1BA82C8F36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47955EF8-6501-4579-B85F-DE5C0815FF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E0BA4174-EBEB-40DA-8B1D-6A7851E38C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50512C7C-98D6-45AD-8CA4-1BEB01262D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24467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416CB557-0CE9-4015-A920-C6766A0664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5EA7B3B4-3BF2-4B69-B300-5D86CCB0A0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D887DF00-5D34-4A8B-9A84-C40D336238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EADE921C-83B0-4521-916F-E7EC5CFDAD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5CEDA6FA-EB55-47AE-A005-BF546085C1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9DAC0C40-EF50-4632-B781-ACDAE95AF3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582AAB43-E3D9-4272-8809-5F70B30206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28C7D300-E0BD-4C12-92B1-0801266F02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CCA3ED35-2344-4402-B61B-3932E69457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949146BF-06FF-41BB-BDD3-B80BABB3AA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393A6A5F-F75B-4BBC-AADC-A84DA758EE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77B21059-EA9B-4329-968B-81F7966D27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63074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BFF9C99F-41B4-4789-934B-8BF03EA94E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C180277F-7E18-4896-AE91-960B379D2C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C95FE437-DA37-44C9-B975-96C6DD9DE0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A2A5369E-5DB7-4854-BBEC-D043F3A5F2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B6B0D6D9-913A-4804-83B5-5A9858F570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29B4FACF-EF13-4EFA-86D3-D5B2B6703A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4222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7BD767A9-D2A3-4942-B654-34DDDFD60B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81374"/>
                <a:ext cx="14192" cy="14096"/>
              </a:xfrm>
              <a:custGeom>
                <a:avLst/>
                <a:gdLst>
                  <a:gd name="connsiteX0" fmla="*/ 14192 w 14192"/>
                  <a:gd name="connsiteY0" fmla="*/ 7049 h 14096"/>
                  <a:gd name="connsiteX1" fmla="*/ 7144 w 14192"/>
                  <a:gd name="connsiteY1" fmla="*/ 14097 h 14096"/>
                  <a:gd name="connsiteX2" fmla="*/ 0 w 14192"/>
                  <a:gd name="connsiteY2" fmla="*/ 7049 h 14096"/>
                  <a:gd name="connsiteX3" fmla="*/ 7049 w 14192"/>
                  <a:gd name="connsiteY3" fmla="*/ 0 h 14096"/>
                  <a:gd name="connsiteX4" fmla="*/ 14192 w 14192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1049"/>
                      <a:pt x="0" y="7049"/>
                    </a:cubicBezTo>
                    <a:cubicBezTo>
                      <a:pt x="0" y="3048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0C97F02F-13B9-4D7E-B916-BC8713CC0D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99C0654B-0803-40FA-BF28-D8EA65F58C0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D44F31B6-3657-4241-A94E-EEDBFF0C98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3557624B-3CCB-43DA-998B-B1EC599C75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75B0CCD4-215D-456D-808C-F96ABB74D3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FE4E038E-23E6-43BE-9A3B-523A28DF73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A686F1FD-4135-414B-8575-ED97CC8DBF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4062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6FBC8D5-B3FE-4E26-8B4F-5D5668A8A7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33A60C97-778A-4251-A66B-49769F0C20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0CC04E3B-2AC3-4A7B-A425-DDABEA8AF3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EF7D0E1-459C-4A15-9F05-545F6430B6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D5797445-BFB3-4EB2-8B44-4BF2C9E915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E27FB1FC-477D-45B3-82B0-0F49364698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D94CF442-4FF2-41B3-8870-097DBAF46CF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9977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A24927C8-A42E-4B8D-84A4-50A58968BC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5379CB96-0D3A-4582-8650-A909955BA3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531F84F2-CE93-4841-9AA6-BC9E355796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D1BED9D2-07EF-452E-AFA1-9A1E80AE24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C75A1A5-0A11-42EA-AF4E-FF527212584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4275A1C7-FA96-4BBB-A7EF-A7ED02814E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8CA8B3B4-73BE-41D5-900B-42FBF6AA72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7" y="365901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B0264B0D-E150-4641-BBB1-58080670EE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2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BCC2D199-EF36-4077-A50C-D9FC99331B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2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C6DCCA13-7F75-46F9-97B3-A9DA4C2173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56C76EEB-75A4-418F-9FE0-CC513BC3C2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1E952CEF-EC1B-4714-8900-D2DFAEF30F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2B899198-ADCC-4613-957B-7A40B17B15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5581AF7F-95DB-4163-B608-C04A61FB92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9" y="371816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5616F834-835A-42B4-B51B-5AD285E283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EF598AFA-5F8F-4191-8881-1DE91BB2B0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4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6623A080-F2C6-4664-B99C-99A9C287B4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330E7091-D82F-490A-8F32-DE8745212E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2B340B39-E421-434F-AF1A-DAD7E7802D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6C2ED568-9809-4A18-A06A-87018A987E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5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A6C26F4B-6369-4557-B6D4-A1B448B127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40" y="377741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42CEA830-FB77-4EA5-9BAB-64B6F500F3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5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E5A9B88C-3ADF-40D8-9E9B-42439F8520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6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CC9DEE2F-0410-4B1A-BED8-D1371CE8B4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83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8A66E75A-959E-436D-B1F1-DBD1E460E1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35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B35526DB-3749-43FA-84BA-E73EE1D1DB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82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6503C90B-19EF-4925-A08A-AE40956A26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31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B98692DC-F401-45BC-ABC7-421F3391C3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481374"/>
                <a:ext cx="14097" cy="14096"/>
              </a:xfrm>
              <a:custGeom>
                <a:avLst/>
                <a:gdLst>
                  <a:gd name="connsiteX0" fmla="*/ 14097 w 14097"/>
                  <a:gd name="connsiteY0" fmla="*/ 7049 h 14096"/>
                  <a:gd name="connsiteX1" fmla="*/ 7049 w 14097"/>
                  <a:gd name="connsiteY1" fmla="*/ 14097 h 14096"/>
                  <a:gd name="connsiteX2" fmla="*/ 0 w 14097"/>
                  <a:gd name="connsiteY2" fmla="*/ 7049 h 14096"/>
                  <a:gd name="connsiteX3" fmla="*/ 7049 w 14097"/>
                  <a:gd name="connsiteY3" fmla="*/ 0 h 14096"/>
                  <a:gd name="connsiteX4" fmla="*/ 14097 w 14097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8629B1A4-7BFC-4F45-9FAD-BB035C4E47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A2F92592-AB8B-4732-BEE7-3E2B830EA3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9 w 14096"/>
                  <a:gd name="connsiteY1" fmla="*/ 14097 h 14096"/>
                  <a:gd name="connsiteX2" fmla="*/ 0 w 14096"/>
                  <a:gd name="connsiteY2" fmla="*/ 7049 h 14096"/>
                  <a:gd name="connsiteX3" fmla="*/ 7049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C3644DC-02D1-43FF-8ED1-0ECBBA4B30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DC12AE3-E70C-4CD8-9A74-7567F99C46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0E0DDE12-8B48-4D21-8863-06298ED8B8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48137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C611F1DE-AF40-48FC-8A1E-0A175D439E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40622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34C2CAED-22FC-4450-8BBC-7811F7DF9B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4062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F89E6B45-A41C-4735-A7F5-E4EFD5DCFD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406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44BFE35C-5487-42E8-AC30-01FC1E4F51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4062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3575E1A5-C3CB-4081-A394-36172B7DB1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4063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C9C6DF24-803A-44A1-B29A-B90297D393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40631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22A7B096-566C-4312-AF19-D9A3B6BC0E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99781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8B429767-12DD-4020-BC3E-9944CF36F6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FF510776-417B-4B74-9082-ED3915450A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FEF51D3D-E951-49CE-BCE4-D444BEF6B2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B27BA73E-E784-4961-884D-F507DDE38A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9978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2849019E-0178-4A1C-A5D8-DC3DFC572B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9978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0B49676D-9D41-4B2D-8FF9-69AC31CFDC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659026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6BDFE3E8-9647-4400-B019-8EDD4E688B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EDD57B95-ED61-4561-9ADF-38126BADCE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3744F230-BFBA-41B0-9FE2-481D1EAFFF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C32022D3-12E0-4BC1-8085-D6CBF3CDD7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D1AED37F-874A-4B21-A522-FEBCB38F4C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5BB466E2-3497-4A3B-8777-FAA0AAEE2B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718177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A924D178-36E4-4E29-86E8-7716F3B4A7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D0DF84E5-BB3D-4120-8FD3-98ECDA31BB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5B29635-10AC-481E-A2DE-80E9DE6128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AAB430CA-3259-463F-85F9-B6E180323A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71817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8EF18909-FC9F-4845-B1DC-027E82B219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71817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EFCE2389-D574-49C1-89EB-D8C7308883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2" y="3777419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D44B35A5-5216-45FC-8F0F-D80E383B42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2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9470F10A-F708-41AA-A910-5C288B3556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8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CD73E13B-910B-40D2-B53F-6614C098BA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4" y="3777383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8267FC95-0200-40B3-B043-D33BEA60D0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87" y="377742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9F14022C-37CD-4CDD-ACD1-86161EF001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24" y="37774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50276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A4D3F2-04B4-098D-EE09-EA2EC34F8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Importancia y Futuro</a:t>
            </a:r>
          </a:p>
        </p:txBody>
      </p:sp>
      <p:pic>
        <p:nvPicPr>
          <p:cNvPr id="49" name="Graphic 48" descr="Programmer">
            <a:extLst>
              <a:ext uri="{FF2B5EF4-FFF2-40B4-BE49-F238E27FC236}">
                <a16:creationId xmlns:a16="http://schemas.microsoft.com/office/drawing/2014/main" id="{DEB0324B-1234-7D79-C6A6-8D64736812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FFB718D1-A911-4A91-57D2-2B7755321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s-ES" sz="1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Transformación de Sectores</a:t>
            </a:r>
            <a:r>
              <a:rPr lang="es-ES" sz="1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La Ciencia de la Computación ha transformado diversos sectores como la medicina (con análisis de datos médicos y diagnósticos), la educación (con herramientas de e-learning) y la industria (con automatización y robótica).</a:t>
            </a:r>
          </a:p>
          <a:p>
            <a:r>
              <a:rPr lang="es-ES" sz="1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Desafíos y Avances Futuros</a:t>
            </a:r>
            <a:r>
              <a:rPr lang="es-ES" sz="1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Continuarán los esfuerzos en ciberseguridad para proteger los datos y en ética de la IA para asegurar un desarrollo responsable de la tecnología.</a:t>
            </a:r>
            <a:endParaRPr lang="en-US" sz="18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33602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479</Words>
  <Application>Microsoft Office PowerPoint</Application>
  <PresentationFormat>Panorámica</PresentationFormat>
  <Paragraphs>36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Área de Ciencia de la Computación</vt:lpstr>
      <vt:lpstr>Definicion</vt:lpstr>
      <vt:lpstr>Historia y Evolución</vt:lpstr>
      <vt:lpstr>Principales Campos de Estudio</vt:lpstr>
      <vt:lpstr>Áreas de Investigación Actuales</vt:lpstr>
      <vt:lpstr>Algunas Tendencias Tecnológicas</vt:lpstr>
      <vt:lpstr>Aplicaciones y Desafíos</vt:lpstr>
      <vt:lpstr>Algunas problematicas resueltas</vt:lpstr>
      <vt:lpstr>Importancia y Futuro</vt:lpstr>
    </vt:vector>
  </TitlesOfParts>
  <Company>Amadeus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Área de Ciencia de la Computación</dc:title>
  <dc:creator>Isaac ZELEDON (contractor)</dc:creator>
  <cp:lastModifiedBy>maberick morales</cp:lastModifiedBy>
  <cp:revision>3</cp:revision>
  <dcterms:created xsi:type="dcterms:W3CDTF">2024-06-28T21:17:03Z</dcterms:created>
  <dcterms:modified xsi:type="dcterms:W3CDTF">2024-07-06T02:43:32Z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CONFIDENTIAL</vt:lpwstr>
  </property>
  <property fmtid="{D5CDD505-2E9C-101B-9397-08002B2CF9AE}" pid="4" name="MSIP_Label_7f0ea3bf-098d-497f-9948-5e528bb54b39_Enabled">
    <vt:lpwstr>true</vt:lpwstr>
  </property>
  <property fmtid="{D5CDD505-2E9C-101B-9397-08002B2CF9AE}" pid="5" name="MSIP_Label_7f0ea3bf-098d-497f-9948-5e528bb54b39_SetDate">
    <vt:lpwstr>2024-06-28T21:48:13Z</vt:lpwstr>
  </property>
  <property fmtid="{D5CDD505-2E9C-101B-9397-08002B2CF9AE}" pid="6" name="MSIP_Label_7f0ea3bf-098d-497f-9948-5e528bb54b39_Method">
    <vt:lpwstr>Privileged</vt:lpwstr>
  </property>
  <property fmtid="{D5CDD505-2E9C-101B-9397-08002B2CF9AE}" pid="7" name="MSIP_Label_7f0ea3bf-098d-497f-9948-5e528bb54b39_Name">
    <vt:lpwstr>7f0ea3bf-098d-497f-9948-5e528bb54b39</vt:lpwstr>
  </property>
  <property fmtid="{D5CDD505-2E9C-101B-9397-08002B2CF9AE}" pid="8" name="MSIP_Label_7f0ea3bf-098d-497f-9948-5e528bb54b39_SiteId">
    <vt:lpwstr>b3f4f7c2-72ce-4192-aba4-d6c7719b5766</vt:lpwstr>
  </property>
  <property fmtid="{D5CDD505-2E9C-101B-9397-08002B2CF9AE}" pid="9" name="MSIP_Label_7f0ea3bf-098d-497f-9948-5e528bb54b39_ActionId">
    <vt:lpwstr>3be61187-63f5-4f10-aab2-7b60a389cfe5</vt:lpwstr>
  </property>
  <property fmtid="{D5CDD505-2E9C-101B-9397-08002B2CF9AE}" pid="10" name="MSIP_Label_7f0ea3bf-098d-497f-9948-5e528bb54b39_ContentBits">
    <vt:lpwstr>0</vt:lpwstr>
  </property>
</Properties>
</file>