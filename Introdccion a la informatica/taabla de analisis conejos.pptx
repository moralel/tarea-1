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20" d="100"/>
          <a:sy n="120" d="100"/>
        </p:scale>
        <p:origin x="-3000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F2EB8F-4265-447C-9E5D-4B263F542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65E3EFF-C121-4A6E-98E2-73E46B7AEF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D2EBCF-9B9B-4561-A081-95ED0734A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8574F-BC58-4DF4-8F80-FA64B754CD85}" type="datetimeFigureOut">
              <a:rPr lang="es-419" smtClean="0"/>
              <a:t>19/7/2024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32DB39-BA8F-42BD-8AF0-49EBB8712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71E854-29B2-432E-9A04-568F3EEF6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12AAF-FDA9-4D68-8E92-04B54EADE5C9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239043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9101C6-5F86-4D67-B26E-0566F235B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0E1F82-45F4-40AB-B666-B492EFE3D0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8DD7C3-2C89-4DC2-94A7-5196DC146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8574F-BC58-4DF4-8F80-FA64B754CD85}" type="datetimeFigureOut">
              <a:rPr lang="es-419" smtClean="0"/>
              <a:t>19/7/2024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A95B77-96FF-4436-B4A9-C232D0FD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491D4E-814F-4B5B-BC25-C9E13421C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12AAF-FDA9-4D68-8E92-04B54EADE5C9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789116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253EFF-B31A-4447-B3DB-C366EC774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B4EE32-CCB0-412B-8C37-32B978933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0DCDA-645C-43D7-8839-8A7F50CC1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8574F-BC58-4DF4-8F80-FA64B754CD85}" type="datetimeFigureOut">
              <a:rPr lang="es-419" smtClean="0"/>
              <a:t>19/7/2024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D76A45-0517-4B3B-978F-B0E995933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12AE6F-D4C7-4501-92B2-7477F658D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12AAF-FDA9-4D68-8E92-04B54EADE5C9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566471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749FBC-A10C-455A-9EFA-D59FD25E9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C6CAF1-34DE-41AB-8213-68499BA1B4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B9C4CAB-3ED5-48EC-A637-5826A2B5DF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50286FE-3180-4082-BF7A-EFC30336C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8574F-BC58-4DF4-8F80-FA64B754CD85}" type="datetimeFigureOut">
              <a:rPr lang="es-419" smtClean="0"/>
              <a:t>19/7/2024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6419C06-CEFD-4C04-A3C7-AC371B51F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351118C-2CC4-41CD-A41A-3088AE983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12AAF-FDA9-4D68-8E92-04B54EADE5C9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40997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79B0A2-D9A8-47EA-B334-22DCF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DFA121-2030-435E-A2B4-D74EF858A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81F3045-1AA2-4E94-9F4C-D49F6BB55C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22AE9BF-CDE3-4165-811A-E4EB5AD606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FA22164-B9F9-4E97-AC11-83FE93BCA3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48D88E3-D274-4108-BDAE-2822267CC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8574F-BC58-4DF4-8F80-FA64B754CD85}" type="datetimeFigureOut">
              <a:rPr lang="es-419" smtClean="0"/>
              <a:t>19/7/2024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38D6256-82D0-4EDD-AE82-38BD93C76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DE45FF1-5E5F-4F9E-B2CF-5C36D0284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12AAF-FDA9-4D68-8E92-04B54EADE5C9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35153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B461FE-A64B-408E-A994-F4A89D860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DAF2744-4C58-4FAA-81CD-E4D474FDD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8574F-BC58-4DF4-8F80-FA64B754CD85}" type="datetimeFigureOut">
              <a:rPr lang="es-419" smtClean="0"/>
              <a:t>19/7/2024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CFEDBB0-BE1B-4D47-A4CC-BB93FF686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5530A26-21FF-4BFA-976D-CE5AD6E6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12AAF-FDA9-4D68-8E92-04B54EADE5C9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588230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4C94B98-1BC5-40B1-AEAF-14B96C24E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8574F-BC58-4DF4-8F80-FA64B754CD85}" type="datetimeFigureOut">
              <a:rPr lang="es-419" smtClean="0"/>
              <a:t>19/7/2024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75F06AF-E681-4001-9CDA-CBD3EA4D1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BF90E3F-AB28-43F3-888C-9C82A149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12AAF-FDA9-4D68-8E92-04B54EADE5C9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359127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2AAF73-CD80-4023-BF3A-14FB88DF5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2D7BC4-0300-4843-B8ED-304113E8C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BCD015B-75B9-4776-BCA8-9096A1572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43AB9E-E1EB-4410-92DE-3A011038C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8574F-BC58-4DF4-8F80-FA64B754CD85}" type="datetimeFigureOut">
              <a:rPr lang="es-419" smtClean="0"/>
              <a:t>19/7/2024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A894EDE-0808-4D32-A0CA-EB88F710A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D6DCEB-5531-4E2B-9935-14E08AC45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12AAF-FDA9-4D68-8E92-04B54EADE5C9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584148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D84833-F5E3-4A6F-AD80-0D1BBA5AA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2CDE997-67C9-4A89-81E3-7CF097A831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05BCA6C-5B43-4BA4-B634-47F581E8FE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E6EAE0-6F76-4424-BF41-14B02747B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8574F-BC58-4DF4-8F80-FA64B754CD85}" type="datetimeFigureOut">
              <a:rPr lang="es-419" smtClean="0"/>
              <a:t>19/7/2024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393238B-1FD3-41C6-9BEF-690122B9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D7CFA6-EFF3-43C3-9573-093A35DB1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12AAF-FDA9-4D68-8E92-04B54EADE5C9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388776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39FE65-5B05-4AB7-9B7A-A2904A2C1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CE7E446-309E-4419-9085-B36EA1411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6F18FC-5DA3-4277-913A-1ABCF7090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8574F-BC58-4DF4-8F80-FA64B754CD85}" type="datetimeFigureOut">
              <a:rPr lang="es-419" smtClean="0"/>
              <a:t>19/7/2024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9135A3-EE69-4590-BA9B-BE7B4C780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188716-A755-45B2-8658-A080BAE6D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12AAF-FDA9-4D68-8E92-04B54EADE5C9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378503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D3133DD-CB8F-4351-917A-A98DBD6701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BA24E29-6D46-4499-843B-B2BEB3E038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474FA3-1A5B-4974-8A79-B6BB5B521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8574F-BC58-4DF4-8F80-FA64B754CD85}" type="datetimeFigureOut">
              <a:rPr lang="es-419" smtClean="0"/>
              <a:t>19/7/2024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14094B-845E-4086-BB41-67DD64901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D714BB-FA05-4AD0-AA49-8AB5AAB8D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12AAF-FDA9-4D68-8E92-04B54EADE5C9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251032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508670A-9377-42B6-8BC8-7F176B415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8B391B-AAB0-4277-84CF-26194E775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6CB489-DAA9-41FD-BF7A-9EC49BD4CE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48574F-BC58-4DF4-8F80-FA64B754CD85}" type="datetimeFigureOut">
              <a:rPr lang="es-419" smtClean="0"/>
              <a:t>19/7/2024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FCF2F2-141E-4C41-BA35-D310CDAB46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D7FAF5-2238-4D00-A9A7-240EB03490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12AAF-FDA9-4D68-8E92-04B54EADE5C9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5666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605F7267-A6BB-4626-81E9-EF4BF85B6E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875385"/>
              </p:ext>
            </p:extLst>
          </p:nvPr>
        </p:nvGraphicFramePr>
        <p:xfrm>
          <a:off x="2032000" y="719666"/>
          <a:ext cx="8127999" cy="4947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47809886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93806488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1007246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r>
                        <a:rPr lang="es-419" dirty="0"/>
                        <a:t>Cuantos conejos pueden ser creados a partir de una pareja de conejos en un año.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419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377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R" dirty="0"/>
                        <a:t>Datos de entrada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Datos de salida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dirty="0"/>
                        <a:t>resolución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7804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R" sz="1200" dirty="0"/>
                        <a:t>Nacen una nueva pareja cada mes.</a:t>
                      </a:r>
                    </a:p>
                    <a:p>
                      <a:endParaRPr lang="es-CR" sz="1200" dirty="0"/>
                    </a:p>
                    <a:p>
                      <a:r>
                        <a:rPr lang="es-CR" sz="1200" dirty="0"/>
                        <a:t>Una primera pareja de conejos, un macho y una hembra.</a:t>
                      </a:r>
                    </a:p>
                    <a:p>
                      <a:endParaRPr lang="es-CR" sz="1200" dirty="0"/>
                    </a:p>
                    <a:p>
                      <a:r>
                        <a:rPr lang="es-CR" sz="1200" dirty="0"/>
                        <a:t>la naturaleza de los conejos es la de parir otro par en un simple mes.</a:t>
                      </a:r>
                    </a:p>
                    <a:p>
                      <a:endParaRPr lang="es-CR" sz="1200" dirty="0"/>
                    </a:p>
                    <a:p>
                      <a:r>
                        <a:rPr lang="es-CR" sz="1200" dirty="0"/>
                        <a:t>En el segundo mes los conejos nacidos parirán también.</a:t>
                      </a:r>
                    </a:p>
                    <a:p>
                      <a:endParaRPr lang="es-CR" sz="1200" dirty="0"/>
                    </a:p>
                    <a:p>
                      <a:endParaRPr lang="es-CR" sz="1200" dirty="0"/>
                    </a:p>
                    <a:p>
                      <a:endParaRPr lang="es-419" dirty="0"/>
                    </a:p>
                    <a:p>
                      <a:endParaRPr lang="es-419" dirty="0"/>
                    </a:p>
                    <a:p>
                      <a:endParaRPr lang="es-419" dirty="0"/>
                    </a:p>
                    <a:p>
                      <a:endParaRPr lang="es-419" dirty="0"/>
                    </a:p>
                    <a:p>
                      <a:endParaRPr lang="es-419" dirty="0"/>
                    </a:p>
                    <a:p>
                      <a:endParaRPr lang="es-419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419" sz="1200" dirty="0"/>
                        <a:t>Cantidad de conejos en un año a partir del primer par</a:t>
                      </a:r>
                    </a:p>
                    <a:p>
                      <a:endParaRPr lang="es-419" sz="1200" dirty="0"/>
                    </a:p>
                    <a:p>
                      <a:r>
                        <a:rPr lang="es-ES" sz="1200" b="1" dirty="0"/>
                        <a:t>Mes 1:</a:t>
                      </a:r>
                      <a:r>
                        <a:rPr lang="es-ES" sz="1200" dirty="0"/>
                        <a:t> 1 par de conejos</a:t>
                      </a:r>
                    </a:p>
                    <a:p>
                      <a:r>
                        <a:rPr lang="es-ES" sz="1200" b="1" dirty="0"/>
                        <a:t>Mes 2:</a:t>
                      </a:r>
                      <a:r>
                        <a:rPr lang="es-ES" sz="1200" dirty="0"/>
                        <a:t> 1 par de conejos</a:t>
                      </a:r>
                    </a:p>
                    <a:p>
                      <a:r>
                        <a:rPr lang="es-ES" sz="1200" b="1" dirty="0"/>
                        <a:t>Mes 3:</a:t>
                      </a:r>
                      <a:r>
                        <a:rPr lang="es-ES" sz="1200" dirty="0"/>
                        <a:t> 2 pares de conejos</a:t>
                      </a:r>
                    </a:p>
                    <a:p>
                      <a:r>
                        <a:rPr lang="es-ES" sz="1200" b="1" dirty="0"/>
                        <a:t>Mes 4:</a:t>
                      </a:r>
                      <a:r>
                        <a:rPr lang="es-ES" sz="1200" dirty="0"/>
                        <a:t> 3 pares de conejos</a:t>
                      </a:r>
                    </a:p>
                    <a:p>
                      <a:r>
                        <a:rPr lang="es-ES" sz="1200" b="1" dirty="0"/>
                        <a:t>Mes 5:</a:t>
                      </a:r>
                      <a:r>
                        <a:rPr lang="es-ES" sz="1200" dirty="0"/>
                        <a:t> 5 pares de conejos</a:t>
                      </a:r>
                    </a:p>
                    <a:p>
                      <a:r>
                        <a:rPr lang="es-ES" sz="1200" b="1" dirty="0"/>
                        <a:t>Mes 6:</a:t>
                      </a:r>
                      <a:r>
                        <a:rPr lang="es-ES" sz="1200" dirty="0"/>
                        <a:t> 8 pares de conejos</a:t>
                      </a:r>
                    </a:p>
                    <a:p>
                      <a:r>
                        <a:rPr lang="es-ES" sz="1200" b="1" dirty="0"/>
                        <a:t>Mes 7:</a:t>
                      </a:r>
                      <a:r>
                        <a:rPr lang="es-ES" sz="1200" dirty="0"/>
                        <a:t> 13 pares de conejos</a:t>
                      </a:r>
                    </a:p>
                    <a:p>
                      <a:r>
                        <a:rPr lang="es-ES" sz="1200" b="1" dirty="0"/>
                        <a:t>Mes 8:</a:t>
                      </a:r>
                      <a:r>
                        <a:rPr lang="es-ES" sz="1200" dirty="0"/>
                        <a:t> 21 pares de conejos</a:t>
                      </a:r>
                    </a:p>
                    <a:p>
                      <a:r>
                        <a:rPr lang="es-ES" sz="1200" b="1" dirty="0"/>
                        <a:t>Mes 9:</a:t>
                      </a:r>
                      <a:r>
                        <a:rPr lang="es-ES" sz="1200" dirty="0"/>
                        <a:t> 34 pares de conejos</a:t>
                      </a:r>
                    </a:p>
                    <a:p>
                      <a:r>
                        <a:rPr lang="es-ES" sz="1200" b="1" dirty="0"/>
                        <a:t>Mes 10:</a:t>
                      </a:r>
                      <a:r>
                        <a:rPr lang="es-ES" sz="1200" dirty="0"/>
                        <a:t> 55 pares de conejos</a:t>
                      </a:r>
                    </a:p>
                    <a:p>
                      <a:r>
                        <a:rPr lang="es-ES" sz="1200" b="1" dirty="0"/>
                        <a:t>Mes 11:</a:t>
                      </a:r>
                      <a:r>
                        <a:rPr lang="es-ES" sz="1200" dirty="0"/>
                        <a:t> 89 pares de conejos</a:t>
                      </a:r>
                    </a:p>
                    <a:p>
                      <a:r>
                        <a:rPr lang="es-ES" sz="1200" b="1" dirty="0"/>
                        <a:t>Mes 12:</a:t>
                      </a:r>
                      <a:r>
                        <a:rPr lang="es-ES" sz="1200" dirty="0"/>
                        <a:t> 144 pares de conejos</a:t>
                      </a:r>
                      <a:endParaRPr lang="es-419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200" b="1" dirty="0"/>
                        <a:t>Inicio:</a:t>
                      </a:r>
                      <a:endParaRPr lang="es-MX" sz="1200" dirty="0"/>
                    </a:p>
                    <a:p>
                      <a:r>
                        <a:rPr lang="es-MX" sz="1200" dirty="0"/>
                        <a:t>Definir la lista Fibonacci con los primeros dos términos de la secuencia.</a:t>
                      </a:r>
                    </a:p>
                    <a:p>
                      <a:endParaRPr lang="es-MX" sz="1200" dirty="0"/>
                    </a:p>
                    <a:p>
                      <a:r>
                        <a:rPr lang="es-MX" sz="1200" b="1" dirty="0"/>
                        <a:t>Calcular la Secuencia:</a:t>
                      </a:r>
                      <a:endParaRPr lang="es-MX" sz="1200" dirty="0"/>
                    </a:p>
                    <a:p>
                      <a:r>
                        <a:rPr lang="es-MX" sz="1200" dirty="0"/>
                        <a:t>Usando un bucle for para calcular y añadir los siguientes términos de la secuencia de Fibonacci hasta el mes 12.</a:t>
                      </a:r>
                    </a:p>
                    <a:p>
                      <a:endParaRPr lang="es-MX" sz="1200" dirty="0"/>
                    </a:p>
                    <a:p>
                      <a:r>
                        <a:rPr lang="es-MX" sz="1200" b="1" dirty="0"/>
                        <a:t>Impresión de Resultados:</a:t>
                      </a:r>
                      <a:endParaRPr lang="es-MX" sz="1200" dirty="0"/>
                    </a:p>
                    <a:p>
                      <a:r>
                        <a:rPr lang="es-MX" sz="1200" dirty="0"/>
                        <a:t>Itera sobre los meses (0 a 12) y imprimir los valores correspondientes:</a:t>
                      </a:r>
                    </a:p>
                    <a:p>
                      <a:endParaRPr lang="es-MX" sz="1200" dirty="0"/>
                    </a:p>
                    <a:p>
                      <a:r>
                        <a:rPr lang="es-MX" sz="1200" dirty="0"/>
                        <a:t>paresInicio: el número de pares al inicio del mes.</a:t>
                      </a:r>
                    </a:p>
                    <a:p>
                      <a:endParaRPr lang="es-MX" sz="1200" dirty="0"/>
                    </a:p>
                    <a:p>
                      <a:r>
                        <a:rPr lang="es-MX" sz="1200" dirty="0"/>
                        <a:t>paresNacidos: el número de pares nacidos durante el mes (0 si mes &lt; 2).</a:t>
                      </a:r>
                    </a:p>
                    <a:p>
                      <a:endParaRPr lang="es-MX" sz="1200" dirty="0"/>
                    </a:p>
                    <a:p>
                      <a:r>
                        <a:rPr lang="es-MX" sz="1200" dirty="0"/>
                        <a:t>pares_final: el número total de pares al final del mes.</a:t>
                      </a:r>
                    </a:p>
                    <a:p>
                      <a:endParaRPr lang="es-419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841069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C197E3F8-AE4C-4028-A46B-6529C896F40C}"/>
              </a:ext>
            </a:extLst>
          </p:cNvPr>
          <p:cNvSpPr/>
          <p:nvPr/>
        </p:nvSpPr>
        <p:spPr>
          <a:xfrm>
            <a:off x="256726" y="-103036"/>
            <a:ext cx="48499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Tabla de análisis</a:t>
            </a:r>
          </a:p>
        </p:txBody>
      </p:sp>
    </p:spTree>
    <p:extLst>
      <p:ext uri="{BB962C8B-B14F-4D97-AF65-F5344CB8AC3E}">
        <p14:creationId xmlns:p14="http://schemas.microsoft.com/office/powerpoint/2010/main" val="37948709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267</Words>
  <Application>Microsoft Office PowerPoint</Application>
  <PresentationFormat>Panorámica</PresentationFormat>
  <Paragraphs>46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William Ricardo Murillo Chinchilla</dc:creator>
  <cp:lastModifiedBy>maberick morales</cp:lastModifiedBy>
  <cp:revision>2</cp:revision>
  <dcterms:created xsi:type="dcterms:W3CDTF">2023-07-22T01:19:47Z</dcterms:created>
  <dcterms:modified xsi:type="dcterms:W3CDTF">2024-07-20T03:05:13Z</dcterms:modified>
</cp:coreProperties>
</file>